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sldIdLst>
    <p:sldId id="256" r:id="rId2"/>
    <p:sldId id="257" r:id="rId3"/>
    <p:sldId id="261" r:id="rId4"/>
    <p:sldId id="258" r:id="rId5"/>
    <p:sldId id="259" r:id="rId6"/>
    <p:sldId id="260" r:id="rId7"/>
    <p:sldId id="267" r:id="rId8"/>
    <p:sldId id="268" r:id="rId9"/>
    <p:sldId id="265" r:id="rId10"/>
    <p:sldId id="266" r:id="rId11"/>
    <p:sldId id="263" r:id="rId12"/>
    <p:sldId id="264" r:id="rId13"/>
    <p:sldId id="26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96" d="100"/>
          <a:sy n="96" d="100"/>
        </p:scale>
        <p:origin x="86"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48002-315D-49B1-B10F-137139C4BF9E}"/>
              </a:ext>
            </a:extLst>
          </p:cNvPr>
          <p:cNvSpPr>
            <a:spLocks noGrp="1"/>
          </p:cNvSpPr>
          <p:nvPr>
            <p:ph type="ctrTitle"/>
          </p:nvPr>
        </p:nvSpPr>
        <p:spPr>
          <a:xfrm>
            <a:off x="854896" y="1122363"/>
            <a:ext cx="7276733" cy="3381398"/>
          </a:xfrm>
        </p:spPr>
        <p:txBody>
          <a:bodyPr anchor="b">
            <a:normAutofit/>
          </a:bodyPr>
          <a:lstStyle>
            <a:lvl1pPr algn="l">
              <a:defRPr sz="4800" cap="none" spc="0" baseline="0"/>
            </a:lvl1pPr>
          </a:lstStyle>
          <a:p>
            <a:r>
              <a:rPr lang="en-US" dirty="0"/>
              <a:t>Click to edit Master title style</a:t>
            </a:r>
          </a:p>
        </p:txBody>
      </p:sp>
      <p:sp>
        <p:nvSpPr>
          <p:cNvPr id="3" name="Subtitle 2">
            <a:extLst>
              <a:ext uri="{FF2B5EF4-FFF2-40B4-BE49-F238E27FC236}">
                <a16:creationId xmlns:a16="http://schemas.microsoft.com/office/drawing/2014/main" id="{804535E0-4D9C-4DCA-8569-64503C5DC1D4}"/>
              </a:ext>
            </a:extLst>
          </p:cNvPr>
          <p:cNvSpPr>
            <a:spLocks noGrp="1"/>
          </p:cNvSpPr>
          <p:nvPr>
            <p:ph type="subTitle" idx="1"/>
          </p:nvPr>
        </p:nvSpPr>
        <p:spPr>
          <a:xfrm>
            <a:off x="854894" y="4612942"/>
            <a:ext cx="7276733" cy="1181683"/>
          </a:xfrm>
        </p:spPr>
        <p:txBody>
          <a:bodyPr>
            <a:normAutofit/>
          </a:bodyPr>
          <a:lstStyle>
            <a:lvl1pPr marL="0" indent="0" algn="l">
              <a:buNone/>
              <a:defRPr sz="18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FF283B68-70CF-4A98-948C-6EA4BD68D2BC}"/>
              </a:ext>
            </a:extLst>
          </p:cNvPr>
          <p:cNvSpPr>
            <a:spLocks noGrp="1"/>
          </p:cNvSpPr>
          <p:nvPr>
            <p:ph type="dt" sz="half" idx="10"/>
          </p:nvPr>
        </p:nvSpPr>
        <p:spPr/>
        <p:txBody>
          <a:bodyPr/>
          <a:lstStyle/>
          <a:p>
            <a:fld id="{326951E3-958F-4611-B170-D081BA0250F9}" type="datetimeFigureOut">
              <a:rPr lang="en-US" smtClean="0"/>
              <a:t>1/23/2023</a:t>
            </a:fld>
            <a:endParaRPr lang="en-US"/>
          </a:p>
        </p:txBody>
      </p:sp>
      <p:sp>
        <p:nvSpPr>
          <p:cNvPr id="5" name="Footer Placeholder 4">
            <a:extLst>
              <a:ext uri="{FF2B5EF4-FFF2-40B4-BE49-F238E27FC236}">
                <a16:creationId xmlns:a16="http://schemas.microsoft.com/office/drawing/2014/main" id="{B3EC2EF9-7F83-4AD3-B3F6-B9D4618D6E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1B751B-3464-41CD-B728-A72BB191E29F}"/>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1585572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BFD42-94A9-4345-AF38-7D562B5021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64C458-A63B-4032-B4EC-732DAC188C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A855B5-7F2F-408B-800D-92CB34B99234}"/>
              </a:ext>
            </a:extLst>
          </p:cNvPr>
          <p:cNvSpPr>
            <a:spLocks noGrp="1"/>
          </p:cNvSpPr>
          <p:nvPr>
            <p:ph type="dt" sz="half" idx="10"/>
          </p:nvPr>
        </p:nvSpPr>
        <p:spPr/>
        <p:txBody>
          <a:bodyPr/>
          <a:lstStyle/>
          <a:p>
            <a:fld id="{326951E3-958F-4611-B170-D081BA0250F9}" type="datetimeFigureOut">
              <a:rPr lang="en-US" smtClean="0"/>
              <a:t>1/23/2023</a:t>
            </a:fld>
            <a:endParaRPr lang="en-US"/>
          </a:p>
        </p:txBody>
      </p:sp>
      <p:sp>
        <p:nvSpPr>
          <p:cNvPr id="5" name="Footer Placeholder 4">
            <a:extLst>
              <a:ext uri="{FF2B5EF4-FFF2-40B4-BE49-F238E27FC236}">
                <a16:creationId xmlns:a16="http://schemas.microsoft.com/office/drawing/2014/main" id="{5C203412-EA6B-43CA-8B3A-F502587CBB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46E9EE-F895-4ECE-B4B2-586D65ED8432}"/>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2681280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8193F-AFAD-4A9A-B0EF-530DFB19D8DD}"/>
              </a:ext>
            </a:extLst>
          </p:cNvPr>
          <p:cNvSpPr>
            <a:spLocks noGrp="1"/>
          </p:cNvSpPr>
          <p:nvPr>
            <p:ph type="title"/>
          </p:nvPr>
        </p:nvSpPr>
        <p:spPr>
          <a:xfrm>
            <a:off x="831849" y="876299"/>
            <a:ext cx="7876722" cy="3713165"/>
          </a:xfrm>
        </p:spPr>
        <p:txBody>
          <a:bodyPr anchor="b">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EFD1BBE4-9FC1-4F89-B120-1C49D816FDB9}"/>
              </a:ext>
            </a:extLst>
          </p:cNvPr>
          <p:cNvSpPr>
            <a:spLocks noGrp="1"/>
          </p:cNvSpPr>
          <p:nvPr>
            <p:ph type="body" idx="1"/>
          </p:nvPr>
        </p:nvSpPr>
        <p:spPr>
          <a:xfrm>
            <a:off x="831850" y="4746170"/>
            <a:ext cx="6781301" cy="1048455"/>
          </a:xfrm>
        </p:spPr>
        <p:txBody>
          <a:bodyPr>
            <a:normAutofit/>
          </a:bodyPr>
          <a:lstStyle>
            <a:lvl1pPr marL="0" indent="0">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3530A6B-E3FD-4920-8128-C263CA1D65D1}"/>
              </a:ext>
            </a:extLst>
          </p:cNvPr>
          <p:cNvSpPr>
            <a:spLocks noGrp="1"/>
          </p:cNvSpPr>
          <p:nvPr>
            <p:ph type="dt" sz="half" idx="10"/>
          </p:nvPr>
        </p:nvSpPr>
        <p:spPr/>
        <p:txBody>
          <a:bodyPr/>
          <a:lstStyle/>
          <a:p>
            <a:fld id="{326951E3-958F-4611-B170-D081BA0250F9}" type="datetimeFigureOut">
              <a:rPr lang="en-US" smtClean="0"/>
              <a:t>1/23/2023</a:t>
            </a:fld>
            <a:endParaRPr lang="en-US"/>
          </a:p>
        </p:txBody>
      </p:sp>
      <p:sp>
        <p:nvSpPr>
          <p:cNvPr id="5" name="Footer Placeholder 4">
            <a:extLst>
              <a:ext uri="{FF2B5EF4-FFF2-40B4-BE49-F238E27FC236}">
                <a16:creationId xmlns:a16="http://schemas.microsoft.com/office/drawing/2014/main" id="{8C166B85-0649-47DB-AD69-458D8F6009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B25931-A293-42E9-BDF5-B2AE121D73AD}"/>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1723763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5262B-ECD6-47BB-A6F1-92A6033E93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8B8779-51E9-44D1-9F7B-28F3C6D3C44D}"/>
              </a:ext>
            </a:extLst>
          </p:cNvPr>
          <p:cNvSpPr>
            <a:spLocks noGrp="1"/>
          </p:cNvSpPr>
          <p:nvPr>
            <p:ph sz="half" idx="1"/>
          </p:nvPr>
        </p:nvSpPr>
        <p:spPr>
          <a:xfrm>
            <a:off x="848474" y="2080517"/>
            <a:ext cx="4970124" cy="39773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A9E8BFB-5295-4C5E-9CB1-E276E9D0E51F}"/>
              </a:ext>
            </a:extLst>
          </p:cNvPr>
          <p:cNvSpPr>
            <a:spLocks noGrp="1"/>
          </p:cNvSpPr>
          <p:nvPr>
            <p:ph sz="half" idx="2"/>
          </p:nvPr>
        </p:nvSpPr>
        <p:spPr>
          <a:xfrm>
            <a:off x="6310899" y="2080517"/>
            <a:ext cx="4970124" cy="39773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5E22BF-1819-4301-B699-EF5A2F4D9BC4}"/>
              </a:ext>
            </a:extLst>
          </p:cNvPr>
          <p:cNvSpPr>
            <a:spLocks noGrp="1"/>
          </p:cNvSpPr>
          <p:nvPr>
            <p:ph type="dt" sz="half" idx="10"/>
          </p:nvPr>
        </p:nvSpPr>
        <p:spPr/>
        <p:txBody>
          <a:bodyPr/>
          <a:lstStyle/>
          <a:p>
            <a:fld id="{326951E3-958F-4611-B170-D081BA0250F9}" type="datetimeFigureOut">
              <a:rPr lang="en-US" smtClean="0"/>
              <a:t>1/23/2023</a:t>
            </a:fld>
            <a:endParaRPr lang="en-US"/>
          </a:p>
        </p:txBody>
      </p:sp>
      <p:sp>
        <p:nvSpPr>
          <p:cNvPr id="6" name="Footer Placeholder 5">
            <a:extLst>
              <a:ext uri="{FF2B5EF4-FFF2-40B4-BE49-F238E27FC236}">
                <a16:creationId xmlns:a16="http://schemas.microsoft.com/office/drawing/2014/main" id="{3600A2DF-39DE-49C3-A213-3E8423C7AC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55D3A8-238B-4A68-A9F9-672D2F06070B}"/>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2469283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7D468-D010-4225-B024-DCEF543BCEB9}"/>
              </a:ext>
            </a:extLst>
          </p:cNvPr>
          <p:cNvSpPr>
            <a:spLocks noGrp="1"/>
          </p:cNvSpPr>
          <p:nvPr>
            <p:ph type="title"/>
          </p:nvPr>
        </p:nvSpPr>
        <p:spPr>
          <a:xfrm>
            <a:off x="839788" y="571955"/>
            <a:ext cx="10441236" cy="1398359"/>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E73D60A0-FCAB-425A-9ECD-94CDE4F472C6}"/>
              </a:ext>
            </a:extLst>
          </p:cNvPr>
          <p:cNvSpPr>
            <a:spLocks noGrp="1"/>
          </p:cNvSpPr>
          <p:nvPr>
            <p:ph type="body" idx="1"/>
          </p:nvPr>
        </p:nvSpPr>
        <p:spPr>
          <a:xfrm>
            <a:off x="844926" y="1983242"/>
            <a:ext cx="5007110" cy="814387"/>
          </a:xfrm>
        </p:spPr>
        <p:txBody>
          <a:bodyPr anchor="b">
            <a:normAutofit/>
          </a:bodyPr>
          <a:lstStyle>
            <a:lvl1pPr marL="0" indent="0">
              <a:lnSpc>
                <a:spcPct val="110000"/>
              </a:lnSpc>
              <a:buNone/>
              <a:defRPr sz="2000" b="0" cap="all" spc="14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16F986B-07CB-4FB0-9419-2AAB318B8A10}"/>
              </a:ext>
            </a:extLst>
          </p:cNvPr>
          <p:cNvSpPr>
            <a:spLocks noGrp="1"/>
          </p:cNvSpPr>
          <p:nvPr>
            <p:ph sz="half" idx="2"/>
          </p:nvPr>
        </p:nvSpPr>
        <p:spPr>
          <a:xfrm>
            <a:off x="850063" y="2813959"/>
            <a:ext cx="5007110" cy="32439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ADA9D784-7968-4E8B-B704-E42EE8F1872F}"/>
              </a:ext>
            </a:extLst>
          </p:cNvPr>
          <p:cNvSpPr>
            <a:spLocks noGrp="1"/>
          </p:cNvSpPr>
          <p:nvPr>
            <p:ph type="body" sz="quarter" idx="3"/>
          </p:nvPr>
        </p:nvSpPr>
        <p:spPr>
          <a:xfrm>
            <a:off x="6249255" y="1983242"/>
            <a:ext cx="5031769" cy="814387"/>
          </a:xfrm>
        </p:spPr>
        <p:txBody>
          <a:bodyPr anchor="b">
            <a:normAutofit/>
          </a:bodyPr>
          <a:lstStyle>
            <a:lvl1pPr marL="0" indent="0">
              <a:lnSpc>
                <a:spcPct val="110000"/>
              </a:lnSpc>
              <a:buNone/>
              <a:defRPr sz="2000" b="0" cap="all" spc="14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45754F-08D1-4593-988F-95F0ED1A017D}"/>
              </a:ext>
            </a:extLst>
          </p:cNvPr>
          <p:cNvSpPr>
            <a:spLocks noGrp="1"/>
          </p:cNvSpPr>
          <p:nvPr>
            <p:ph sz="quarter" idx="4"/>
          </p:nvPr>
        </p:nvSpPr>
        <p:spPr>
          <a:xfrm>
            <a:off x="6249255" y="2813959"/>
            <a:ext cx="5031769" cy="32439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FED2E61-83B4-4C8F-BBFE-D95920342A1B}"/>
              </a:ext>
            </a:extLst>
          </p:cNvPr>
          <p:cNvSpPr>
            <a:spLocks noGrp="1"/>
          </p:cNvSpPr>
          <p:nvPr>
            <p:ph type="dt" sz="half" idx="10"/>
          </p:nvPr>
        </p:nvSpPr>
        <p:spPr/>
        <p:txBody>
          <a:bodyPr/>
          <a:lstStyle/>
          <a:p>
            <a:fld id="{326951E3-958F-4611-B170-D081BA0250F9}" type="datetimeFigureOut">
              <a:rPr lang="en-US" smtClean="0"/>
              <a:t>1/23/2023</a:t>
            </a:fld>
            <a:endParaRPr lang="en-US"/>
          </a:p>
        </p:txBody>
      </p:sp>
      <p:sp>
        <p:nvSpPr>
          <p:cNvPr id="8" name="Footer Placeholder 7">
            <a:extLst>
              <a:ext uri="{FF2B5EF4-FFF2-40B4-BE49-F238E27FC236}">
                <a16:creationId xmlns:a16="http://schemas.microsoft.com/office/drawing/2014/main" id="{5E80C136-A664-4013-8073-B0C6BDEF8C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AE9547-8EE7-461B-9E99-484B11E918A7}"/>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3200034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2E667-0EFA-4EE6-8E4D-20805309A8A4}"/>
              </a:ext>
            </a:extLst>
          </p:cNvPr>
          <p:cNvSpPr>
            <a:spLocks noGrp="1"/>
          </p:cNvSpPr>
          <p:nvPr>
            <p:ph type="title"/>
          </p:nvPr>
        </p:nvSpPr>
        <p:spPr>
          <a:xfrm>
            <a:off x="849759" y="895440"/>
            <a:ext cx="10138451" cy="1832349"/>
          </a:xfrm>
        </p:spPr>
        <p:txBody>
          <a:bodyPr anchor="t">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27EE4825-BB8C-4567-B407-B4452409D7D8}"/>
              </a:ext>
            </a:extLst>
          </p:cNvPr>
          <p:cNvSpPr>
            <a:spLocks noGrp="1"/>
          </p:cNvSpPr>
          <p:nvPr>
            <p:ph type="dt" sz="half" idx="10"/>
          </p:nvPr>
        </p:nvSpPr>
        <p:spPr/>
        <p:txBody>
          <a:bodyPr/>
          <a:lstStyle/>
          <a:p>
            <a:fld id="{326951E3-958F-4611-B170-D081BA0250F9}" type="datetimeFigureOut">
              <a:rPr lang="en-US" smtClean="0"/>
              <a:t>1/23/2023</a:t>
            </a:fld>
            <a:endParaRPr lang="en-US"/>
          </a:p>
        </p:txBody>
      </p:sp>
      <p:sp>
        <p:nvSpPr>
          <p:cNvPr id="4" name="Footer Placeholder 3">
            <a:extLst>
              <a:ext uri="{FF2B5EF4-FFF2-40B4-BE49-F238E27FC236}">
                <a16:creationId xmlns:a16="http://schemas.microsoft.com/office/drawing/2014/main" id="{70838892-25DB-4A4E-9D43-6058C45C53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C3DDDA-48EF-4B42-9980-4762AF5094E2}"/>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3894798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EFA7D9-6801-4DD0-8D7D-505212F466BD}"/>
              </a:ext>
            </a:extLst>
          </p:cNvPr>
          <p:cNvSpPr>
            <a:spLocks noGrp="1"/>
          </p:cNvSpPr>
          <p:nvPr>
            <p:ph type="dt" sz="half" idx="10"/>
          </p:nvPr>
        </p:nvSpPr>
        <p:spPr/>
        <p:txBody>
          <a:bodyPr/>
          <a:lstStyle/>
          <a:p>
            <a:fld id="{326951E3-958F-4611-B170-D081BA0250F9}" type="datetimeFigureOut">
              <a:rPr lang="en-US" smtClean="0"/>
              <a:t>1/23/2023</a:t>
            </a:fld>
            <a:endParaRPr lang="en-US"/>
          </a:p>
        </p:txBody>
      </p:sp>
      <p:sp>
        <p:nvSpPr>
          <p:cNvPr id="3" name="Footer Placeholder 2">
            <a:extLst>
              <a:ext uri="{FF2B5EF4-FFF2-40B4-BE49-F238E27FC236}">
                <a16:creationId xmlns:a16="http://schemas.microsoft.com/office/drawing/2014/main" id="{9E6FA3EA-1519-4178-AC3A-231A5BAA79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423DBE-6FD6-4D60-8336-7843B4BD30B0}"/>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2553057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2D9AE-CA1A-4751-9B33-0AC09CE629C8}"/>
              </a:ext>
            </a:extLst>
          </p:cNvPr>
          <p:cNvSpPr>
            <a:spLocks noGrp="1"/>
          </p:cNvSpPr>
          <p:nvPr>
            <p:ph type="title"/>
          </p:nvPr>
        </p:nvSpPr>
        <p:spPr>
          <a:xfrm>
            <a:off x="839789" y="996948"/>
            <a:ext cx="3046410" cy="1479551"/>
          </a:xfrm>
        </p:spPr>
        <p:txBody>
          <a:bodyPr anchor="t">
            <a:normAutofit/>
          </a:bodyPr>
          <a:lstStyle>
            <a:lvl1pPr>
              <a:lnSpc>
                <a:spcPct val="110000"/>
              </a:lnSpc>
              <a:defRPr sz="2400" cap="all" spc="400" baseline="0"/>
            </a:lvl1pPr>
          </a:lstStyle>
          <a:p>
            <a:r>
              <a:rPr lang="en-US" dirty="0"/>
              <a:t>Click to edit Master title style</a:t>
            </a:r>
          </a:p>
        </p:txBody>
      </p:sp>
      <p:sp>
        <p:nvSpPr>
          <p:cNvPr id="3" name="Content Placeholder 2">
            <a:extLst>
              <a:ext uri="{FF2B5EF4-FFF2-40B4-BE49-F238E27FC236}">
                <a16:creationId xmlns:a16="http://schemas.microsoft.com/office/drawing/2014/main" id="{E4DF9941-76E5-42B5-8464-C1A7010D94F0}"/>
              </a:ext>
            </a:extLst>
          </p:cNvPr>
          <p:cNvSpPr>
            <a:spLocks noGrp="1"/>
          </p:cNvSpPr>
          <p:nvPr>
            <p:ph idx="1"/>
          </p:nvPr>
        </p:nvSpPr>
        <p:spPr>
          <a:xfrm>
            <a:off x="5260796" y="876300"/>
            <a:ext cx="5758235" cy="5181599"/>
          </a:xfrm>
        </p:spPr>
        <p:txBody>
          <a:bodyPr>
            <a:normAutofit/>
          </a:bodyPr>
          <a:lstStyle>
            <a:lvl1pPr>
              <a:defRPr sz="3600"/>
            </a:lvl1pPr>
            <a:lvl2pPr>
              <a:defRPr sz="3200"/>
            </a:lvl2pPr>
            <a:lvl3pPr>
              <a:defRPr sz="2800"/>
            </a:lvl3pPr>
            <a:lvl4pPr>
              <a:defRPr sz="2400"/>
            </a:lvl4pPr>
            <a:lvl5pPr>
              <a:defRPr sz="2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84785D8-F112-415F-9AB4-5F2AC060D127}"/>
              </a:ext>
            </a:extLst>
          </p:cNvPr>
          <p:cNvSpPr>
            <a:spLocks noGrp="1"/>
          </p:cNvSpPr>
          <p:nvPr>
            <p:ph type="body" sz="half" idx="2"/>
          </p:nvPr>
        </p:nvSpPr>
        <p:spPr>
          <a:xfrm>
            <a:off x="839789" y="2666144"/>
            <a:ext cx="3046409" cy="319490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670A0B3-4E9C-4FAC-B1D1-2673F7B5A10F}"/>
              </a:ext>
            </a:extLst>
          </p:cNvPr>
          <p:cNvSpPr>
            <a:spLocks noGrp="1"/>
          </p:cNvSpPr>
          <p:nvPr>
            <p:ph type="dt" sz="half" idx="10"/>
          </p:nvPr>
        </p:nvSpPr>
        <p:spPr/>
        <p:txBody>
          <a:bodyPr/>
          <a:lstStyle/>
          <a:p>
            <a:fld id="{326951E3-958F-4611-B170-D081BA0250F9}" type="datetimeFigureOut">
              <a:rPr lang="en-US" smtClean="0"/>
              <a:t>1/23/2023</a:t>
            </a:fld>
            <a:endParaRPr lang="en-US"/>
          </a:p>
        </p:txBody>
      </p:sp>
      <p:sp>
        <p:nvSpPr>
          <p:cNvPr id="6" name="Footer Placeholder 5">
            <a:extLst>
              <a:ext uri="{FF2B5EF4-FFF2-40B4-BE49-F238E27FC236}">
                <a16:creationId xmlns:a16="http://schemas.microsoft.com/office/drawing/2014/main" id="{E1AA370A-33F5-48A6-962A-47C0F15D4C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8AD606-A37D-4697-AA7A-EAE4F101A707}"/>
              </a:ext>
            </a:extLst>
          </p:cNvPr>
          <p:cNvSpPr>
            <a:spLocks noGrp="1"/>
          </p:cNvSpPr>
          <p:nvPr>
            <p:ph type="sldNum" sz="quarter" idx="12"/>
          </p:nvPr>
        </p:nvSpPr>
        <p:spPr/>
        <p:txBody>
          <a:bodyPr/>
          <a:lstStyle/>
          <a:p>
            <a:fld id="{57871EFB-7B9E-4E86-A89E-697E8EBB06F2}" type="slidenum">
              <a:rPr lang="en-US" smtClean="0"/>
              <a:t>‹#›</a:t>
            </a:fld>
            <a:endParaRPr lang="en-US"/>
          </a:p>
        </p:txBody>
      </p:sp>
      <p:cxnSp>
        <p:nvCxnSpPr>
          <p:cNvPr id="9" name="Straight Connector 8">
            <a:extLst>
              <a:ext uri="{FF2B5EF4-FFF2-40B4-BE49-F238E27FC236}">
                <a16:creationId xmlns:a16="http://schemas.microsoft.com/office/drawing/2014/main" id="{644E0B5E-1030-4A34-AB09-05ACB45CE993}"/>
              </a:ext>
            </a:extLst>
          </p:cNvPr>
          <p:cNvCxnSpPr>
            <a:cxnSpLocks/>
          </p:cNvCxnSpPr>
          <p:nvPr/>
        </p:nvCxnSpPr>
        <p:spPr>
          <a:xfrm>
            <a:off x="4610100" y="898989"/>
            <a:ext cx="0" cy="51387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8219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21D4C-0A93-40A6-9645-5EF7DE6C5977}"/>
              </a:ext>
            </a:extLst>
          </p:cNvPr>
          <p:cNvSpPr>
            <a:spLocks noGrp="1"/>
          </p:cNvSpPr>
          <p:nvPr>
            <p:ph type="title"/>
          </p:nvPr>
        </p:nvSpPr>
        <p:spPr>
          <a:xfrm>
            <a:off x="839789" y="989314"/>
            <a:ext cx="3046409" cy="1487185"/>
          </a:xfrm>
        </p:spPr>
        <p:txBody>
          <a:bodyPr anchor="t">
            <a:normAutofit/>
          </a:bodyPr>
          <a:lstStyle>
            <a:lvl1pPr>
              <a:lnSpc>
                <a:spcPct val="110000"/>
              </a:lnSpc>
              <a:defRPr sz="2400" cap="all" spc="300" baseline="0"/>
            </a:lvl1pPr>
          </a:lstStyle>
          <a:p>
            <a:r>
              <a:rPr lang="en-US" dirty="0"/>
              <a:t>Click to edit Master title style</a:t>
            </a:r>
          </a:p>
        </p:txBody>
      </p:sp>
      <p:sp>
        <p:nvSpPr>
          <p:cNvPr id="3" name="Picture Placeholder 2">
            <a:extLst>
              <a:ext uri="{FF2B5EF4-FFF2-40B4-BE49-F238E27FC236}">
                <a16:creationId xmlns:a16="http://schemas.microsoft.com/office/drawing/2014/main" id="{222F9455-852F-4604-87D4-801E8D5DB502}"/>
              </a:ext>
            </a:extLst>
          </p:cNvPr>
          <p:cNvSpPr>
            <a:spLocks noGrp="1"/>
          </p:cNvSpPr>
          <p:nvPr>
            <p:ph type="pic" idx="1"/>
          </p:nvPr>
        </p:nvSpPr>
        <p:spPr>
          <a:xfrm>
            <a:off x="5334004" y="876300"/>
            <a:ext cx="5943596" cy="51815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48842061-B161-4973-9EE4-76D0B73FC18C}"/>
              </a:ext>
            </a:extLst>
          </p:cNvPr>
          <p:cNvSpPr>
            <a:spLocks noGrp="1"/>
          </p:cNvSpPr>
          <p:nvPr>
            <p:ph type="body" sz="half" idx="2"/>
          </p:nvPr>
        </p:nvSpPr>
        <p:spPr>
          <a:xfrm>
            <a:off x="839789" y="2666143"/>
            <a:ext cx="3046409" cy="319490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5DDCE2E0-050A-4BC2-91DF-7A00811D28EB}"/>
              </a:ext>
            </a:extLst>
          </p:cNvPr>
          <p:cNvSpPr>
            <a:spLocks noGrp="1"/>
          </p:cNvSpPr>
          <p:nvPr>
            <p:ph type="dt" sz="half" idx="10"/>
          </p:nvPr>
        </p:nvSpPr>
        <p:spPr/>
        <p:txBody>
          <a:bodyPr/>
          <a:lstStyle/>
          <a:p>
            <a:fld id="{326951E3-958F-4611-B170-D081BA0250F9}" type="datetimeFigureOut">
              <a:rPr lang="en-US" smtClean="0"/>
              <a:t>1/23/2023</a:t>
            </a:fld>
            <a:endParaRPr lang="en-US"/>
          </a:p>
        </p:txBody>
      </p:sp>
      <p:sp>
        <p:nvSpPr>
          <p:cNvPr id="6" name="Footer Placeholder 5">
            <a:extLst>
              <a:ext uri="{FF2B5EF4-FFF2-40B4-BE49-F238E27FC236}">
                <a16:creationId xmlns:a16="http://schemas.microsoft.com/office/drawing/2014/main" id="{260AB003-B443-4B96-9DD9-4284E7E1ED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179DBA-16C0-4FFB-B367-B96169B4B005}"/>
              </a:ext>
            </a:extLst>
          </p:cNvPr>
          <p:cNvSpPr>
            <a:spLocks noGrp="1"/>
          </p:cNvSpPr>
          <p:nvPr>
            <p:ph type="sldNum" sz="quarter" idx="12"/>
          </p:nvPr>
        </p:nvSpPr>
        <p:spPr/>
        <p:txBody>
          <a:bodyPr/>
          <a:lstStyle/>
          <a:p>
            <a:fld id="{57871EFB-7B9E-4E86-A89E-697E8EBB06F2}" type="slidenum">
              <a:rPr lang="en-US" smtClean="0"/>
              <a:t>‹#›</a:t>
            </a:fld>
            <a:endParaRPr lang="en-US"/>
          </a:p>
        </p:txBody>
      </p:sp>
      <p:cxnSp>
        <p:nvCxnSpPr>
          <p:cNvPr id="13" name="Straight Connector 12">
            <a:extLst>
              <a:ext uri="{FF2B5EF4-FFF2-40B4-BE49-F238E27FC236}">
                <a16:creationId xmlns:a16="http://schemas.microsoft.com/office/drawing/2014/main" id="{C9F2BD78-1D6B-4742-9726-75646D91F4AC}"/>
              </a:ext>
            </a:extLst>
          </p:cNvPr>
          <p:cNvCxnSpPr>
            <a:cxnSpLocks/>
          </p:cNvCxnSpPr>
          <p:nvPr/>
        </p:nvCxnSpPr>
        <p:spPr>
          <a:xfrm>
            <a:off x="4610100" y="898989"/>
            <a:ext cx="0" cy="51387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974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5731-248B-49C2-93DE-8A3260C9FB3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46D4D5C5-3D5A-4F3D-8A08-7053DACF1F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9E5372-3FC6-4227-B2DD-6CB24E65178F}"/>
              </a:ext>
            </a:extLst>
          </p:cNvPr>
          <p:cNvSpPr>
            <a:spLocks noGrp="1"/>
          </p:cNvSpPr>
          <p:nvPr>
            <p:ph type="dt" sz="half" idx="10"/>
          </p:nvPr>
        </p:nvSpPr>
        <p:spPr/>
        <p:txBody>
          <a:bodyPr/>
          <a:lstStyle/>
          <a:p>
            <a:fld id="{326951E3-958F-4611-B170-D081BA0250F9}" type="datetimeFigureOut">
              <a:rPr lang="en-US" smtClean="0"/>
              <a:t>1/23/2023</a:t>
            </a:fld>
            <a:endParaRPr lang="en-US"/>
          </a:p>
        </p:txBody>
      </p:sp>
      <p:sp>
        <p:nvSpPr>
          <p:cNvPr id="5" name="Footer Placeholder 4">
            <a:extLst>
              <a:ext uri="{FF2B5EF4-FFF2-40B4-BE49-F238E27FC236}">
                <a16:creationId xmlns:a16="http://schemas.microsoft.com/office/drawing/2014/main" id="{B7C1B1B1-B637-4E46-B64C-F082B54C20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5567AD-4B78-41F6-B814-726D4BD4CE50}"/>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2898013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674D5E-67E6-4C23-B80A-0C66B53315EB}"/>
              </a:ext>
            </a:extLst>
          </p:cNvPr>
          <p:cNvSpPr>
            <a:spLocks noGrp="1"/>
          </p:cNvSpPr>
          <p:nvPr>
            <p:ph type="title" orient="vert"/>
          </p:nvPr>
        </p:nvSpPr>
        <p:spPr>
          <a:xfrm>
            <a:off x="8724900" y="876299"/>
            <a:ext cx="2628900" cy="5181601"/>
          </a:xfrm>
        </p:spPr>
        <p:txBody>
          <a:bodyPr vert="eaVert" anchor="b"/>
          <a:lstStyle/>
          <a:p>
            <a:r>
              <a:rPr lang="en-US" dirty="0"/>
              <a:t>Click to edit Master title style</a:t>
            </a:r>
          </a:p>
        </p:txBody>
      </p:sp>
      <p:sp>
        <p:nvSpPr>
          <p:cNvPr id="3" name="Vertical Text Placeholder 2">
            <a:extLst>
              <a:ext uri="{FF2B5EF4-FFF2-40B4-BE49-F238E27FC236}">
                <a16:creationId xmlns:a16="http://schemas.microsoft.com/office/drawing/2014/main" id="{42FEFF2A-08E8-447D-85C7-7D5A9C422C9D}"/>
              </a:ext>
            </a:extLst>
          </p:cNvPr>
          <p:cNvSpPr>
            <a:spLocks noGrp="1"/>
          </p:cNvSpPr>
          <p:nvPr>
            <p:ph type="body" orient="vert" idx="1"/>
          </p:nvPr>
        </p:nvSpPr>
        <p:spPr>
          <a:xfrm>
            <a:off x="838200" y="876299"/>
            <a:ext cx="7734300" cy="51816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D40030D-E580-4B0C-B5A8-2C8A094D9D8A}"/>
              </a:ext>
            </a:extLst>
          </p:cNvPr>
          <p:cNvSpPr>
            <a:spLocks noGrp="1"/>
          </p:cNvSpPr>
          <p:nvPr>
            <p:ph type="dt" sz="half" idx="10"/>
          </p:nvPr>
        </p:nvSpPr>
        <p:spPr/>
        <p:txBody>
          <a:bodyPr/>
          <a:lstStyle/>
          <a:p>
            <a:fld id="{326951E3-958F-4611-B170-D081BA0250F9}" type="datetimeFigureOut">
              <a:rPr lang="en-US" smtClean="0"/>
              <a:t>1/23/2023</a:t>
            </a:fld>
            <a:endParaRPr lang="en-US"/>
          </a:p>
        </p:txBody>
      </p:sp>
      <p:sp>
        <p:nvSpPr>
          <p:cNvPr id="5" name="Footer Placeholder 4">
            <a:extLst>
              <a:ext uri="{FF2B5EF4-FFF2-40B4-BE49-F238E27FC236}">
                <a16:creationId xmlns:a16="http://schemas.microsoft.com/office/drawing/2014/main" id="{4F2DCAEB-1B6E-492E-918E-47179AF48A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E4A38-A745-436E-9E33-63B9F81C0917}"/>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295534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98CBCD-166B-4F97-A6DF-DAA3BF2B25A3}"/>
              </a:ext>
            </a:extLst>
          </p:cNvPr>
          <p:cNvSpPr>
            <a:spLocks noGrp="1"/>
          </p:cNvSpPr>
          <p:nvPr>
            <p:ph type="title"/>
          </p:nvPr>
        </p:nvSpPr>
        <p:spPr>
          <a:xfrm>
            <a:off x="849760" y="876302"/>
            <a:ext cx="10427840" cy="108605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0664D6D9-636D-450B-839A-22AE0CED2315}"/>
              </a:ext>
            </a:extLst>
          </p:cNvPr>
          <p:cNvSpPr>
            <a:spLocks noGrp="1"/>
          </p:cNvSpPr>
          <p:nvPr>
            <p:ph type="body" idx="1"/>
          </p:nvPr>
        </p:nvSpPr>
        <p:spPr>
          <a:xfrm>
            <a:off x="849758" y="2065984"/>
            <a:ext cx="10427841" cy="390329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FE6CAEC-1EE5-4B71-9646-5C378EEBEFE8}"/>
              </a:ext>
            </a:extLst>
          </p:cNvPr>
          <p:cNvSpPr>
            <a:spLocks noGrp="1"/>
          </p:cNvSpPr>
          <p:nvPr>
            <p:ph type="dt" sz="half" idx="2"/>
          </p:nvPr>
        </p:nvSpPr>
        <p:spPr>
          <a:xfrm>
            <a:off x="7382838" y="6356350"/>
            <a:ext cx="3361362" cy="365125"/>
          </a:xfrm>
          <a:prstGeom prst="rect">
            <a:avLst/>
          </a:prstGeom>
        </p:spPr>
        <p:txBody>
          <a:bodyPr vert="horz" lIns="91440" tIns="45720" rIns="91440" bIns="45720" rtlCol="0" anchor="ctr"/>
          <a:lstStyle>
            <a:lvl1pPr algn="r">
              <a:defRPr sz="900">
                <a:solidFill>
                  <a:schemeClr val="tx2"/>
                </a:solidFill>
              </a:defRPr>
            </a:lvl1pPr>
          </a:lstStyle>
          <a:p>
            <a:fld id="{326951E3-958F-4611-B170-D081BA0250F9}" type="datetimeFigureOut">
              <a:rPr lang="en-US" smtClean="0"/>
              <a:pPr/>
              <a:t>1/23/2023</a:t>
            </a:fld>
            <a:endParaRPr lang="en-US" dirty="0"/>
          </a:p>
        </p:txBody>
      </p:sp>
      <p:sp>
        <p:nvSpPr>
          <p:cNvPr id="5" name="Footer Placeholder 4">
            <a:extLst>
              <a:ext uri="{FF2B5EF4-FFF2-40B4-BE49-F238E27FC236}">
                <a16:creationId xmlns:a16="http://schemas.microsoft.com/office/drawing/2014/main" id="{66570EF8-70B2-4AFC-8388-691A146AA75A}"/>
              </a:ext>
            </a:extLst>
          </p:cNvPr>
          <p:cNvSpPr>
            <a:spLocks noGrp="1"/>
          </p:cNvSpPr>
          <p:nvPr>
            <p:ph type="ftr" sz="quarter" idx="3"/>
          </p:nvPr>
        </p:nvSpPr>
        <p:spPr>
          <a:xfrm>
            <a:off x="858748" y="6356350"/>
            <a:ext cx="4114800" cy="365125"/>
          </a:xfrm>
          <a:prstGeom prst="rect">
            <a:avLst/>
          </a:prstGeom>
        </p:spPr>
        <p:txBody>
          <a:bodyPr vert="horz" lIns="91440" tIns="45720" rIns="91440" bIns="45720" rtlCol="0" anchor="ctr"/>
          <a:lstStyle>
            <a:lvl1pPr algn="l">
              <a:defRPr sz="900" cap="none" spc="0" baseline="0">
                <a:solidFill>
                  <a:schemeClr val="tx2"/>
                </a:solidFill>
              </a:defRPr>
            </a:lvl1pPr>
          </a:lstStyle>
          <a:p>
            <a:endParaRPr lang="en-US" dirty="0"/>
          </a:p>
        </p:txBody>
      </p:sp>
      <p:sp>
        <p:nvSpPr>
          <p:cNvPr id="6" name="Slide Number Placeholder 5">
            <a:extLst>
              <a:ext uri="{FF2B5EF4-FFF2-40B4-BE49-F238E27FC236}">
                <a16:creationId xmlns:a16="http://schemas.microsoft.com/office/drawing/2014/main" id="{52F07DC7-D05C-4038-B51A-F00B7B9C996A}"/>
              </a:ext>
            </a:extLst>
          </p:cNvPr>
          <p:cNvSpPr>
            <a:spLocks noGrp="1"/>
          </p:cNvSpPr>
          <p:nvPr>
            <p:ph type="sldNum" sz="quarter" idx="4"/>
          </p:nvPr>
        </p:nvSpPr>
        <p:spPr>
          <a:xfrm>
            <a:off x="10820400" y="6356350"/>
            <a:ext cx="617669" cy="365125"/>
          </a:xfrm>
          <a:prstGeom prst="rect">
            <a:avLst/>
          </a:prstGeom>
        </p:spPr>
        <p:txBody>
          <a:bodyPr vert="horz" lIns="91440" tIns="45720" rIns="91440" bIns="45720" rtlCol="0" anchor="ctr"/>
          <a:lstStyle>
            <a:lvl1pPr algn="r">
              <a:defRPr sz="900" i="1">
                <a:solidFill>
                  <a:schemeClr val="tx2"/>
                </a:solidFill>
              </a:defRPr>
            </a:lvl1pPr>
          </a:lstStyle>
          <a:p>
            <a:fld id="{57871EFB-7B9E-4E86-A89E-697E8EBB06F2}" type="slidenum">
              <a:rPr lang="en-US" smtClean="0"/>
              <a:pPr/>
              <a:t>‹#›</a:t>
            </a:fld>
            <a:endParaRPr lang="en-US" dirty="0"/>
          </a:p>
        </p:txBody>
      </p:sp>
      <p:cxnSp>
        <p:nvCxnSpPr>
          <p:cNvPr id="34" name="Straight Connector 33">
            <a:extLst>
              <a:ext uri="{FF2B5EF4-FFF2-40B4-BE49-F238E27FC236}">
                <a16:creationId xmlns:a16="http://schemas.microsoft.com/office/drawing/2014/main" id="{EAD4CCDA-06BF-4D2A-B44F-195AEC0B5B22}"/>
              </a:ext>
            </a:extLst>
          </p:cNvPr>
          <p:cNvCxnSpPr>
            <a:cxnSpLocks/>
          </p:cNvCxnSpPr>
          <p:nvPr/>
        </p:nvCxnSpPr>
        <p:spPr>
          <a:xfrm>
            <a:off x="952498" y="6252722"/>
            <a:ext cx="10325101"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8202110"/>
      </p:ext>
    </p:extLst>
  </p:cSld>
  <p:clrMap bg1="dk1" tx1="lt1" bg2="dk2" tx2="lt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51" r:id="rId6"/>
    <p:sldLayoutId id="2147483756" r:id="rId7"/>
    <p:sldLayoutId id="2147483752" r:id="rId8"/>
    <p:sldLayoutId id="2147483753" r:id="rId9"/>
    <p:sldLayoutId id="2147483754" r:id="rId10"/>
    <p:sldLayoutId id="2147483755"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SzPct val="70000"/>
        <a:buFont typeface="Arial" panose="020B0604020202020204" pitchFamily="34" charset="0"/>
        <a:buChar char="•"/>
        <a:defRPr sz="2000" kern="1200">
          <a:solidFill>
            <a:schemeClr val="tx2"/>
          </a:solidFill>
          <a:latin typeface="+mn-lt"/>
          <a:ea typeface="+mn-ea"/>
          <a:cs typeface="+mn-cs"/>
        </a:defRPr>
      </a:lvl1pPr>
      <a:lvl2pPr marL="274320" indent="0" algn="l" defTabSz="914400" rtl="0" eaLnBrk="1" latinLnBrk="0" hangingPunct="1">
        <a:lnSpc>
          <a:spcPct val="120000"/>
        </a:lnSpc>
        <a:spcBef>
          <a:spcPts val="500"/>
        </a:spcBef>
        <a:buSzPct val="70000"/>
        <a:buFontTx/>
        <a:buNone/>
        <a:defRPr sz="1800" i="1" kern="1200">
          <a:solidFill>
            <a:schemeClr val="tx2"/>
          </a:solidFill>
          <a:latin typeface="+mn-lt"/>
          <a:ea typeface="+mn-ea"/>
          <a:cs typeface="+mn-cs"/>
        </a:defRPr>
      </a:lvl2pPr>
      <a:lvl3pPr marL="502920" indent="-228600" algn="l" defTabSz="914400" rtl="0" eaLnBrk="1" latinLnBrk="0" hangingPunct="1">
        <a:lnSpc>
          <a:spcPct val="120000"/>
        </a:lnSpc>
        <a:spcBef>
          <a:spcPts val="500"/>
        </a:spcBef>
        <a:buSzPct val="70000"/>
        <a:buFont typeface="Arial" panose="020B0604020202020204" pitchFamily="34" charset="0"/>
        <a:buChar char="•"/>
        <a:defRPr sz="1800" kern="1200">
          <a:solidFill>
            <a:schemeClr val="tx2"/>
          </a:solidFill>
          <a:latin typeface="+mn-lt"/>
          <a:ea typeface="+mn-ea"/>
          <a:cs typeface="+mn-cs"/>
        </a:defRPr>
      </a:lvl3pPr>
      <a:lvl4pPr marL="548640" indent="0" algn="l" defTabSz="914400" rtl="0" eaLnBrk="1" latinLnBrk="0" hangingPunct="1">
        <a:lnSpc>
          <a:spcPct val="120000"/>
        </a:lnSpc>
        <a:spcBef>
          <a:spcPts val="500"/>
        </a:spcBef>
        <a:buSzPct val="70000"/>
        <a:buFont typeface="Arial" panose="020B0604020202020204" pitchFamily="34" charset="0"/>
        <a:buNone/>
        <a:defRPr sz="1600" i="1" kern="1200">
          <a:solidFill>
            <a:schemeClr val="tx2"/>
          </a:solidFill>
          <a:latin typeface="+mn-lt"/>
          <a:ea typeface="+mn-ea"/>
          <a:cs typeface="+mn-cs"/>
        </a:defRPr>
      </a:lvl4pPr>
      <a:lvl5pPr marL="822960" indent="-228600" algn="l" defTabSz="914400" rtl="0" eaLnBrk="1" latinLnBrk="0" hangingPunct="1">
        <a:lnSpc>
          <a:spcPct val="120000"/>
        </a:lnSpc>
        <a:spcBef>
          <a:spcPts val="500"/>
        </a:spcBef>
        <a:buSzPct val="7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1BC5A67-118C-4E4F-B36D-98915F7479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Green patterned leaves">
            <a:extLst>
              <a:ext uri="{FF2B5EF4-FFF2-40B4-BE49-F238E27FC236}">
                <a16:creationId xmlns:a16="http://schemas.microsoft.com/office/drawing/2014/main" id="{81F111B6-BB88-6610-3FDF-BDC7B1A05C67}"/>
              </a:ext>
            </a:extLst>
          </p:cNvPr>
          <p:cNvPicPr>
            <a:picLocks noChangeAspect="1"/>
          </p:cNvPicPr>
          <p:nvPr/>
        </p:nvPicPr>
        <p:blipFill rotWithShape="1">
          <a:blip r:embed="rId2">
            <a:alphaModFix amt="60000"/>
          </a:blip>
          <a:srcRect t="7880" r="-2" b="7878"/>
          <a:stretch/>
        </p:blipFill>
        <p:spPr>
          <a:xfrm>
            <a:off x="-4199" y="10"/>
            <a:ext cx="12196199" cy="6857990"/>
          </a:xfrm>
          <a:prstGeom prst="rect">
            <a:avLst/>
          </a:prstGeom>
        </p:spPr>
      </p:pic>
      <p:sp>
        <p:nvSpPr>
          <p:cNvPr id="20" name="Freeform: Shape 19">
            <a:extLst>
              <a:ext uri="{FF2B5EF4-FFF2-40B4-BE49-F238E27FC236}">
                <a16:creationId xmlns:a16="http://schemas.microsoft.com/office/drawing/2014/main" id="{820F8B35-FE0B-427D-9196-5DB8CC6971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06494" y="859953"/>
            <a:ext cx="4379010" cy="5197947"/>
          </a:xfrm>
          <a:custGeom>
            <a:avLst/>
            <a:gdLst>
              <a:gd name="connsiteX0" fmla="*/ 2209538 w 4419600"/>
              <a:gd name="connsiteY0" fmla="*/ 0 h 5246128"/>
              <a:gd name="connsiteX1" fmla="*/ 2210062 w 4419600"/>
              <a:gd name="connsiteY1" fmla="*/ 0 h 5246128"/>
              <a:gd name="connsiteX2" fmla="*/ 4419600 w 4419600"/>
              <a:gd name="connsiteY2" fmla="*/ 2209541 h 5246128"/>
              <a:gd name="connsiteX3" fmla="*/ 4419600 w 4419600"/>
              <a:gd name="connsiteY3" fmla="*/ 2480538 h 5246128"/>
              <a:gd name="connsiteX4" fmla="*/ 4419600 w 4419600"/>
              <a:gd name="connsiteY4" fmla="*/ 4975131 h 5246128"/>
              <a:gd name="connsiteX5" fmla="*/ 4419600 w 4419600"/>
              <a:gd name="connsiteY5" fmla="*/ 5246128 h 5246128"/>
              <a:gd name="connsiteX6" fmla="*/ 0 w 4419600"/>
              <a:gd name="connsiteY6" fmla="*/ 5246128 h 5246128"/>
              <a:gd name="connsiteX7" fmla="*/ 0 w 4419600"/>
              <a:gd name="connsiteY7" fmla="*/ 4975131 h 5246128"/>
              <a:gd name="connsiteX8" fmla="*/ 0 w 4419600"/>
              <a:gd name="connsiteY8" fmla="*/ 2480538 h 5246128"/>
              <a:gd name="connsiteX9" fmla="*/ 0 w 4419600"/>
              <a:gd name="connsiteY9" fmla="*/ 2209541 h 5246128"/>
              <a:gd name="connsiteX10" fmla="*/ 2209538 w 4419600"/>
              <a:gd name="connsiteY10" fmla="*/ 0 h 5246128"/>
              <a:gd name="connsiteX0" fmla="*/ 2209538 w 4419600"/>
              <a:gd name="connsiteY0" fmla="*/ 0 h 5246128"/>
              <a:gd name="connsiteX1" fmla="*/ 2210062 w 4419600"/>
              <a:gd name="connsiteY1" fmla="*/ 0 h 5246128"/>
              <a:gd name="connsiteX2" fmla="*/ 4419600 w 4419600"/>
              <a:gd name="connsiteY2" fmla="*/ 2209541 h 5246128"/>
              <a:gd name="connsiteX3" fmla="*/ 4419600 w 4419600"/>
              <a:gd name="connsiteY3" fmla="*/ 4975131 h 5246128"/>
              <a:gd name="connsiteX4" fmla="*/ 4419600 w 4419600"/>
              <a:gd name="connsiteY4" fmla="*/ 5246128 h 5246128"/>
              <a:gd name="connsiteX5" fmla="*/ 0 w 4419600"/>
              <a:gd name="connsiteY5" fmla="*/ 5246128 h 5246128"/>
              <a:gd name="connsiteX6" fmla="*/ 0 w 4419600"/>
              <a:gd name="connsiteY6" fmla="*/ 4975131 h 5246128"/>
              <a:gd name="connsiteX7" fmla="*/ 0 w 4419600"/>
              <a:gd name="connsiteY7" fmla="*/ 2480538 h 5246128"/>
              <a:gd name="connsiteX8" fmla="*/ 0 w 4419600"/>
              <a:gd name="connsiteY8" fmla="*/ 2209541 h 5246128"/>
              <a:gd name="connsiteX9" fmla="*/ 2209538 w 4419600"/>
              <a:gd name="connsiteY9" fmla="*/ 0 h 5246128"/>
              <a:gd name="connsiteX0" fmla="*/ 2209538 w 4419600"/>
              <a:gd name="connsiteY0" fmla="*/ 0 h 5246128"/>
              <a:gd name="connsiteX1" fmla="*/ 2210062 w 4419600"/>
              <a:gd name="connsiteY1" fmla="*/ 0 h 5246128"/>
              <a:gd name="connsiteX2" fmla="*/ 4419600 w 4419600"/>
              <a:gd name="connsiteY2" fmla="*/ 2209541 h 5246128"/>
              <a:gd name="connsiteX3" fmla="*/ 4419600 w 4419600"/>
              <a:gd name="connsiteY3" fmla="*/ 5246128 h 5246128"/>
              <a:gd name="connsiteX4" fmla="*/ 0 w 4419600"/>
              <a:gd name="connsiteY4" fmla="*/ 5246128 h 5246128"/>
              <a:gd name="connsiteX5" fmla="*/ 0 w 4419600"/>
              <a:gd name="connsiteY5" fmla="*/ 4975131 h 5246128"/>
              <a:gd name="connsiteX6" fmla="*/ 0 w 4419600"/>
              <a:gd name="connsiteY6" fmla="*/ 2480538 h 5246128"/>
              <a:gd name="connsiteX7" fmla="*/ 0 w 4419600"/>
              <a:gd name="connsiteY7" fmla="*/ 2209541 h 5246128"/>
              <a:gd name="connsiteX8" fmla="*/ 2209538 w 4419600"/>
              <a:gd name="connsiteY8" fmla="*/ 0 h 5246128"/>
              <a:gd name="connsiteX0" fmla="*/ 2209538 w 4419600"/>
              <a:gd name="connsiteY0" fmla="*/ 0 h 5246128"/>
              <a:gd name="connsiteX1" fmla="*/ 2210062 w 4419600"/>
              <a:gd name="connsiteY1" fmla="*/ 0 h 5246128"/>
              <a:gd name="connsiteX2" fmla="*/ 4419600 w 4419600"/>
              <a:gd name="connsiteY2" fmla="*/ 2209541 h 5246128"/>
              <a:gd name="connsiteX3" fmla="*/ 4419600 w 4419600"/>
              <a:gd name="connsiteY3" fmla="*/ 5246128 h 5246128"/>
              <a:gd name="connsiteX4" fmla="*/ 0 w 4419600"/>
              <a:gd name="connsiteY4" fmla="*/ 5246128 h 5246128"/>
              <a:gd name="connsiteX5" fmla="*/ 0 w 4419600"/>
              <a:gd name="connsiteY5" fmla="*/ 2480538 h 5246128"/>
              <a:gd name="connsiteX6" fmla="*/ 0 w 4419600"/>
              <a:gd name="connsiteY6" fmla="*/ 2209541 h 5246128"/>
              <a:gd name="connsiteX7" fmla="*/ 2209538 w 4419600"/>
              <a:gd name="connsiteY7" fmla="*/ 0 h 5246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9600" h="5246128">
                <a:moveTo>
                  <a:pt x="2209538" y="0"/>
                </a:moveTo>
                <a:lnTo>
                  <a:pt x="2210062" y="0"/>
                </a:lnTo>
                <a:cubicBezTo>
                  <a:pt x="3430375" y="0"/>
                  <a:pt x="4419600" y="989251"/>
                  <a:pt x="4419600" y="2209541"/>
                </a:cubicBezTo>
                <a:lnTo>
                  <a:pt x="4419600" y="5246128"/>
                </a:lnTo>
                <a:lnTo>
                  <a:pt x="0" y="5246128"/>
                </a:lnTo>
                <a:lnTo>
                  <a:pt x="0" y="2480538"/>
                </a:lnTo>
                <a:lnTo>
                  <a:pt x="0" y="2209541"/>
                </a:lnTo>
                <a:cubicBezTo>
                  <a:pt x="0" y="989251"/>
                  <a:pt x="989222" y="0"/>
                  <a:pt x="2209538" y="0"/>
                </a:cubicBezTo>
                <a:close/>
              </a:path>
            </a:pathLst>
          </a:custGeom>
          <a:solidFill>
            <a:srgbClr val="00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5B49388-A0AD-B49C-D162-DDB8411CF079}"/>
              </a:ext>
            </a:extLst>
          </p:cNvPr>
          <p:cNvSpPr>
            <a:spLocks noGrp="1"/>
          </p:cNvSpPr>
          <p:nvPr>
            <p:ph type="ctrTitle"/>
          </p:nvPr>
        </p:nvSpPr>
        <p:spPr>
          <a:xfrm>
            <a:off x="2661849" y="1921623"/>
            <a:ext cx="6868301" cy="1750731"/>
          </a:xfrm>
        </p:spPr>
        <p:txBody>
          <a:bodyPr anchor="b">
            <a:normAutofit/>
          </a:bodyPr>
          <a:lstStyle/>
          <a:p>
            <a:pPr algn="ctr"/>
            <a:r>
              <a:rPr lang="en-US">
                <a:solidFill>
                  <a:srgbClr val="FFFFFF"/>
                </a:solidFill>
              </a:rPr>
              <a:t>Supermarkt Database</a:t>
            </a:r>
          </a:p>
        </p:txBody>
      </p:sp>
      <p:sp>
        <p:nvSpPr>
          <p:cNvPr id="3" name="Subtitle 2">
            <a:extLst>
              <a:ext uri="{FF2B5EF4-FFF2-40B4-BE49-F238E27FC236}">
                <a16:creationId xmlns:a16="http://schemas.microsoft.com/office/drawing/2014/main" id="{0C62F83D-9281-5172-F83A-63ED681E7FFA}"/>
              </a:ext>
            </a:extLst>
          </p:cNvPr>
          <p:cNvSpPr>
            <a:spLocks noGrp="1"/>
          </p:cNvSpPr>
          <p:nvPr>
            <p:ph type="subTitle" idx="1"/>
          </p:nvPr>
        </p:nvSpPr>
        <p:spPr>
          <a:xfrm>
            <a:off x="4448496" y="4936376"/>
            <a:ext cx="3295006" cy="847166"/>
          </a:xfrm>
        </p:spPr>
        <p:txBody>
          <a:bodyPr>
            <a:normAutofit/>
          </a:bodyPr>
          <a:lstStyle/>
          <a:p>
            <a:pPr algn="ctr"/>
            <a:r>
              <a:rPr lang="en-US" dirty="0">
                <a:solidFill>
                  <a:srgbClr val="FFFFFF"/>
                </a:solidFill>
              </a:rPr>
              <a:t>Team 04 </a:t>
            </a:r>
          </a:p>
        </p:txBody>
      </p:sp>
      <p:cxnSp>
        <p:nvCxnSpPr>
          <p:cNvPr id="22" name="Straight Connector 21">
            <a:extLst>
              <a:ext uri="{FF2B5EF4-FFF2-40B4-BE49-F238E27FC236}">
                <a16:creationId xmlns:a16="http://schemas.microsoft.com/office/drawing/2014/main" id="{EF59B18A-94FC-4D49-98EB-BEC65B321A6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376602" y="4316294"/>
            <a:ext cx="1458419" cy="0"/>
          </a:xfrm>
          <a:prstGeom prst="line">
            <a:avLst/>
          </a:prstGeom>
          <a:ln w="10795">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32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763D0-AE5F-36C0-444D-9008174A2E21}"/>
              </a:ext>
            </a:extLst>
          </p:cNvPr>
          <p:cNvSpPr>
            <a:spLocks noGrp="1"/>
          </p:cNvSpPr>
          <p:nvPr>
            <p:ph type="ctrTitle"/>
          </p:nvPr>
        </p:nvSpPr>
        <p:spPr/>
        <p:txBody>
          <a:bodyPr>
            <a:normAutofit/>
          </a:bodyPr>
          <a:lstStyle/>
          <a:p>
            <a:r>
              <a:rPr lang="en-US" sz="1800" b="0" i="0" dirty="0">
                <a:solidFill>
                  <a:srgbClr val="D1D5DB"/>
                </a:solidFill>
                <a:effectLst/>
                <a:latin typeface="Söhne"/>
              </a:rPr>
              <a:t>Supermarkets have shelves where products are displayed and sold. Each shelf has a unique ID and belongs to a specific category. Products on the shelves are sourced from various suppliers, identified by unique IDs and company names. Supermarket employees, identified by unique IDs and job titles, keep the shelves stocked and organized, and assist customers. Customers, identified by unique IDs and contact information, can place orders in-store or online, and orders are fulfilled using the inventory. Sales are recorded, tracked and used to restock shelves and manage inventory.</a:t>
            </a:r>
            <a:endParaRPr lang="en-US" sz="1800" dirty="0"/>
          </a:p>
        </p:txBody>
      </p:sp>
      <p:sp>
        <p:nvSpPr>
          <p:cNvPr id="3" name="Subtitle 2">
            <a:extLst>
              <a:ext uri="{FF2B5EF4-FFF2-40B4-BE49-F238E27FC236}">
                <a16:creationId xmlns:a16="http://schemas.microsoft.com/office/drawing/2014/main" id="{0B529C65-CF64-4A66-16F3-DC7AB9780FDB}"/>
              </a:ext>
            </a:extLst>
          </p:cNvPr>
          <p:cNvSpPr>
            <a:spLocks noGrp="1"/>
          </p:cNvSpPr>
          <p:nvPr>
            <p:ph type="subTitle" idx="1"/>
          </p:nvPr>
        </p:nvSpPr>
        <p:spPr/>
        <p:txBody>
          <a:bodyPr/>
          <a:lstStyle/>
          <a:p>
            <a:r>
              <a:rPr lang="en-US" dirty="0"/>
              <a:t>introduction</a:t>
            </a:r>
          </a:p>
        </p:txBody>
      </p:sp>
    </p:spTree>
    <p:extLst>
      <p:ext uri="{BB962C8B-B14F-4D97-AF65-F5344CB8AC3E}">
        <p14:creationId xmlns:p14="http://schemas.microsoft.com/office/powerpoint/2010/main" val="767379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56673-FBA3-2FF7-9FC5-CE418D1C798E}"/>
              </a:ext>
            </a:extLst>
          </p:cNvPr>
          <p:cNvSpPr>
            <a:spLocks noGrp="1"/>
          </p:cNvSpPr>
          <p:nvPr>
            <p:ph type="ctrTitle"/>
          </p:nvPr>
        </p:nvSpPr>
        <p:spPr>
          <a:xfrm>
            <a:off x="783334" y="184109"/>
            <a:ext cx="7276733" cy="1445908"/>
          </a:xfrm>
        </p:spPr>
        <p:txBody>
          <a:bodyPr>
            <a:normAutofit/>
          </a:bodyPr>
          <a:lstStyle/>
          <a:p>
            <a:r>
              <a:rPr lang="en-US" dirty="0"/>
              <a:t>Why we need a DBMS?</a:t>
            </a:r>
          </a:p>
        </p:txBody>
      </p:sp>
      <p:sp>
        <p:nvSpPr>
          <p:cNvPr id="3" name="Subtitle 2">
            <a:extLst>
              <a:ext uri="{FF2B5EF4-FFF2-40B4-BE49-F238E27FC236}">
                <a16:creationId xmlns:a16="http://schemas.microsoft.com/office/drawing/2014/main" id="{502484D6-4EC3-7501-EC24-2C5965A6D50F}"/>
              </a:ext>
            </a:extLst>
          </p:cNvPr>
          <p:cNvSpPr>
            <a:spLocks noGrp="1"/>
          </p:cNvSpPr>
          <p:nvPr>
            <p:ph type="subTitle" idx="1"/>
          </p:nvPr>
        </p:nvSpPr>
        <p:spPr>
          <a:xfrm>
            <a:off x="854894" y="1630018"/>
            <a:ext cx="7276733" cy="4164608"/>
          </a:xfrm>
        </p:spPr>
        <p:txBody>
          <a:bodyPr>
            <a:normAutofit/>
          </a:bodyPr>
          <a:lstStyle/>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endParaRPr lang="en-US" dirty="0">
              <a:solidFill>
                <a:srgbClr val="D1D5DB"/>
              </a:solidFill>
              <a:latin typeface="Söhne"/>
            </a:endParaRPr>
          </a:p>
          <a:p>
            <a:pPr algn="l">
              <a:buFont typeface="Arial" panose="020B0604020202020204" pitchFamily="34" charset="0"/>
              <a:buChar char="•"/>
            </a:pPr>
            <a:endParaRPr lang="en-US" b="0" i="0" dirty="0">
              <a:solidFill>
                <a:srgbClr val="D1D5DB"/>
              </a:solidFill>
              <a:effectLst/>
              <a:latin typeface="Söhne"/>
            </a:endParaRPr>
          </a:p>
          <a:p>
            <a:pPr algn="l"/>
            <a:r>
              <a:rPr lang="en-US" dirty="0">
                <a:solidFill>
                  <a:srgbClr val="D1D5DB"/>
                </a:solidFill>
                <a:latin typeface="Söhne"/>
              </a:rPr>
              <a:t>*</a:t>
            </a:r>
            <a:r>
              <a:rPr lang="en-US" b="0" i="0" dirty="0">
                <a:solidFill>
                  <a:srgbClr val="D1D5DB"/>
                </a:solidFill>
                <a:effectLst/>
                <a:latin typeface="Söhne"/>
              </a:rPr>
              <a:t>Efficiently manage </a:t>
            </a:r>
          </a:p>
          <a:p>
            <a:pPr algn="l"/>
            <a:r>
              <a:rPr lang="en-US" dirty="0">
                <a:solidFill>
                  <a:srgbClr val="D1D5DB"/>
                </a:solidFill>
                <a:latin typeface="Söhne"/>
              </a:rPr>
              <a:t>*Find</a:t>
            </a:r>
            <a:r>
              <a:rPr lang="en-US" b="0" i="0" dirty="0">
                <a:solidFill>
                  <a:srgbClr val="D1D5DB"/>
                </a:solidFill>
                <a:effectLst/>
                <a:latin typeface="Söhne"/>
              </a:rPr>
              <a:t> information.</a:t>
            </a:r>
          </a:p>
          <a:p>
            <a:pPr algn="l"/>
            <a:r>
              <a:rPr lang="en-US" b="0" i="0" dirty="0">
                <a:solidFill>
                  <a:srgbClr val="D1D5DB"/>
                </a:solidFill>
                <a:effectLst/>
                <a:latin typeface="Söhne"/>
              </a:rPr>
              <a:t>*Take decisions</a:t>
            </a:r>
          </a:p>
          <a:p>
            <a:pPr algn="l"/>
            <a:r>
              <a:rPr lang="en-US" dirty="0">
                <a:solidFill>
                  <a:srgbClr val="D1D5DB"/>
                </a:solidFill>
                <a:latin typeface="Söhne"/>
              </a:rPr>
              <a:t>*</a:t>
            </a:r>
            <a:r>
              <a:rPr lang="en-US" b="0" i="0" dirty="0">
                <a:solidFill>
                  <a:srgbClr val="D1D5DB"/>
                </a:solidFill>
                <a:effectLst/>
                <a:latin typeface="Söhne"/>
              </a:rPr>
              <a:t>Analyze sales.</a:t>
            </a:r>
          </a:p>
          <a:p>
            <a:pPr algn="l"/>
            <a:r>
              <a:rPr lang="en-US" b="0" i="0" dirty="0">
                <a:solidFill>
                  <a:srgbClr val="D1D5DB"/>
                </a:solidFill>
                <a:effectLst/>
                <a:latin typeface="Söhne"/>
              </a:rPr>
              <a:t>*Generate reports.</a:t>
            </a:r>
          </a:p>
          <a:p>
            <a:endParaRPr lang="en-US" dirty="0"/>
          </a:p>
        </p:txBody>
      </p:sp>
    </p:spTree>
    <p:extLst>
      <p:ext uri="{BB962C8B-B14F-4D97-AF65-F5344CB8AC3E}">
        <p14:creationId xmlns:p14="http://schemas.microsoft.com/office/powerpoint/2010/main" val="1185605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496AF-1891-0E26-6555-93A6841D23C0}"/>
              </a:ext>
            </a:extLst>
          </p:cNvPr>
          <p:cNvSpPr>
            <a:spLocks noGrp="1"/>
          </p:cNvSpPr>
          <p:nvPr>
            <p:ph type="ctrTitle"/>
          </p:nvPr>
        </p:nvSpPr>
        <p:spPr>
          <a:xfrm>
            <a:off x="854896" y="1122363"/>
            <a:ext cx="7276733" cy="444044"/>
          </a:xfrm>
        </p:spPr>
        <p:txBody>
          <a:bodyPr>
            <a:normAutofit fontScale="90000"/>
          </a:bodyPr>
          <a:lstStyle/>
          <a:p>
            <a:r>
              <a:rPr lang="en-US" dirty="0"/>
              <a:t>Mainly Focus On</a:t>
            </a:r>
          </a:p>
        </p:txBody>
      </p:sp>
      <p:sp>
        <p:nvSpPr>
          <p:cNvPr id="3" name="Subtitle 2">
            <a:extLst>
              <a:ext uri="{FF2B5EF4-FFF2-40B4-BE49-F238E27FC236}">
                <a16:creationId xmlns:a16="http://schemas.microsoft.com/office/drawing/2014/main" id="{F001EEE4-9BD3-F410-ADD0-55B7FA9DEEB9}"/>
              </a:ext>
            </a:extLst>
          </p:cNvPr>
          <p:cNvSpPr>
            <a:spLocks noGrp="1"/>
          </p:cNvSpPr>
          <p:nvPr>
            <p:ph type="subTitle" idx="1"/>
          </p:nvPr>
        </p:nvSpPr>
        <p:spPr>
          <a:xfrm>
            <a:off x="854894" y="1653872"/>
            <a:ext cx="7276733" cy="4516340"/>
          </a:xfrm>
        </p:spPr>
        <p:txBody>
          <a:bodyPr>
            <a:normAutofit fontScale="77500" lnSpcReduction="20000"/>
          </a:bodyPr>
          <a:lstStyle/>
          <a:p>
            <a:endParaRPr lang="en-US" dirty="0"/>
          </a:p>
          <a:p>
            <a:r>
              <a:rPr lang="en-US" dirty="0"/>
              <a:t>Customers:</a:t>
            </a:r>
          </a:p>
          <a:p>
            <a:endParaRPr lang="en-US" dirty="0"/>
          </a:p>
          <a:p>
            <a:r>
              <a:rPr lang="en-US" dirty="0"/>
              <a:t>Employees:</a:t>
            </a:r>
          </a:p>
          <a:p>
            <a:endParaRPr lang="en-US" dirty="0"/>
          </a:p>
          <a:p>
            <a:r>
              <a:rPr lang="en-US" dirty="0"/>
              <a:t>Products: </a:t>
            </a:r>
          </a:p>
          <a:p>
            <a:endParaRPr lang="en-US" dirty="0"/>
          </a:p>
          <a:p>
            <a:r>
              <a:rPr lang="en-US" dirty="0"/>
              <a:t>Suppliers:</a:t>
            </a:r>
          </a:p>
          <a:p>
            <a:endParaRPr lang="en-US" dirty="0"/>
          </a:p>
          <a:p>
            <a:r>
              <a:rPr lang="en-US" dirty="0"/>
              <a:t>Orders:</a:t>
            </a:r>
          </a:p>
          <a:p>
            <a:endParaRPr lang="en-US" dirty="0"/>
          </a:p>
          <a:p>
            <a:r>
              <a:rPr lang="en-US" dirty="0"/>
              <a:t>Shelves:</a:t>
            </a:r>
          </a:p>
          <a:p>
            <a:r>
              <a:rPr lang="en-US" dirty="0"/>
              <a:t> </a:t>
            </a:r>
          </a:p>
        </p:txBody>
      </p:sp>
    </p:spTree>
    <p:extLst>
      <p:ext uri="{BB962C8B-B14F-4D97-AF65-F5344CB8AC3E}">
        <p14:creationId xmlns:p14="http://schemas.microsoft.com/office/powerpoint/2010/main" val="1932951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99D31-3721-EEA1-EA26-43C1D6E2362B}"/>
              </a:ext>
            </a:extLst>
          </p:cNvPr>
          <p:cNvSpPr>
            <a:spLocks noGrp="1"/>
          </p:cNvSpPr>
          <p:nvPr>
            <p:ph type="ctrTitle"/>
          </p:nvPr>
        </p:nvSpPr>
        <p:spPr>
          <a:xfrm>
            <a:off x="767431" y="351086"/>
            <a:ext cx="7276733" cy="960879"/>
          </a:xfrm>
        </p:spPr>
        <p:txBody>
          <a:bodyPr/>
          <a:lstStyle/>
          <a:p>
            <a:r>
              <a:rPr lang="en-US" dirty="0"/>
              <a:t>View Usage</a:t>
            </a:r>
          </a:p>
        </p:txBody>
      </p:sp>
      <p:sp>
        <p:nvSpPr>
          <p:cNvPr id="3" name="Subtitle 2">
            <a:extLst>
              <a:ext uri="{FF2B5EF4-FFF2-40B4-BE49-F238E27FC236}">
                <a16:creationId xmlns:a16="http://schemas.microsoft.com/office/drawing/2014/main" id="{F255E0BF-8285-18EC-89D2-14322502DD4C}"/>
              </a:ext>
            </a:extLst>
          </p:cNvPr>
          <p:cNvSpPr>
            <a:spLocks noGrp="1"/>
          </p:cNvSpPr>
          <p:nvPr>
            <p:ph type="subTitle" idx="1"/>
          </p:nvPr>
        </p:nvSpPr>
        <p:spPr>
          <a:xfrm>
            <a:off x="767431" y="1551690"/>
            <a:ext cx="7276733" cy="960879"/>
          </a:xfrm>
        </p:spPr>
        <p:txBody>
          <a:bodyPr>
            <a:normAutofit/>
          </a:bodyPr>
          <a:lstStyle/>
          <a:p>
            <a:r>
              <a:rPr lang="en-US" sz="1600" dirty="0" err="1"/>
              <a:t>Customer_info</a:t>
            </a:r>
            <a:r>
              <a:rPr lang="en-US" sz="1600" dirty="0"/>
              <a:t> is used by the Manager and the Admin to view </a:t>
            </a:r>
            <a:r>
              <a:rPr lang="en-US" sz="1600" dirty="0" err="1"/>
              <a:t>ther’e</a:t>
            </a:r>
            <a:r>
              <a:rPr lang="en-US" sz="1600" dirty="0"/>
              <a:t> Loyalty points</a:t>
            </a:r>
          </a:p>
        </p:txBody>
      </p:sp>
      <p:pic>
        <p:nvPicPr>
          <p:cNvPr id="5" name="Picture 4" descr="Graphical user interface, text, application&#10;&#10;Description automatically generated">
            <a:extLst>
              <a:ext uri="{FF2B5EF4-FFF2-40B4-BE49-F238E27FC236}">
                <a16:creationId xmlns:a16="http://schemas.microsoft.com/office/drawing/2014/main" id="{AC2ABA0A-649B-F1F8-F1C9-F2B62196A9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431" y="2716408"/>
            <a:ext cx="4883425" cy="3319203"/>
          </a:xfrm>
          <a:prstGeom prst="rect">
            <a:avLst/>
          </a:prstGeom>
        </p:spPr>
      </p:pic>
    </p:spTree>
    <p:extLst>
      <p:ext uri="{BB962C8B-B14F-4D97-AF65-F5344CB8AC3E}">
        <p14:creationId xmlns:p14="http://schemas.microsoft.com/office/powerpoint/2010/main" val="831400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DDE72-0DDA-C902-508D-067A0FDA2777}"/>
              </a:ext>
            </a:extLst>
          </p:cNvPr>
          <p:cNvSpPr>
            <a:spLocks noGrp="1"/>
          </p:cNvSpPr>
          <p:nvPr>
            <p:ph type="ctrTitle"/>
          </p:nvPr>
        </p:nvSpPr>
        <p:spPr>
          <a:xfrm>
            <a:off x="854896" y="1122363"/>
            <a:ext cx="7276733" cy="762096"/>
          </a:xfrm>
        </p:spPr>
        <p:txBody>
          <a:bodyPr>
            <a:normAutofit fontScale="90000"/>
          </a:bodyPr>
          <a:lstStyle/>
          <a:p>
            <a:r>
              <a:rPr lang="en-US" dirty="0"/>
              <a:t>View Usage 2</a:t>
            </a:r>
          </a:p>
        </p:txBody>
      </p:sp>
      <p:sp>
        <p:nvSpPr>
          <p:cNvPr id="3" name="Subtitle 2">
            <a:extLst>
              <a:ext uri="{FF2B5EF4-FFF2-40B4-BE49-F238E27FC236}">
                <a16:creationId xmlns:a16="http://schemas.microsoft.com/office/drawing/2014/main" id="{291ABABA-0CCE-FED2-AE32-20CD202E4FB0}"/>
              </a:ext>
            </a:extLst>
          </p:cNvPr>
          <p:cNvSpPr>
            <a:spLocks noGrp="1"/>
          </p:cNvSpPr>
          <p:nvPr>
            <p:ph type="subTitle" idx="1"/>
          </p:nvPr>
        </p:nvSpPr>
        <p:spPr>
          <a:xfrm>
            <a:off x="6843172" y="2266933"/>
            <a:ext cx="5004699" cy="3305174"/>
          </a:xfrm>
        </p:spPr>
        <p:txBody>
          <a:bodyPr/>
          <a:lstStyle/>
          <a:p>
            <a:r>
              <a:rPr lang="en-US" dirty="0"/>
              <a:t>This view is used by the manager to see the Employee job title. </a:t>
            </a:r>
          </a:p>
          <a:p>
            <a:endParaRPr lang="en-US" dirty="0"/>
          </a:p>
        </p:txBody>
      </p:sp>
      <p:pic>
        <p:nvPicPr>
          <p:cNvPr id="5" name="Picture 4" descr="Graphical user interface, text, application&#10;&#10;Description automatically generated">
            <a:extLst>
              <a:ext uri="{FF2B5EF4-FFF2-40B4-BE49-F238E27FC236}">
                <a16:creationId xmlns:a16="http://schemas.microsoft.com/office/drawing/2014/main" id="{9B925E1F-96D7-9C1D-7457-4D8DFF9EEC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604" y="2377440"/>
            <a:ext cx="6057900" cy="3305175"/>
          </a:xfrm>
          <a:prstGeom prst="rect">
            <a:avLst/>
          </a:prstGeom>
        </p:spPr>
      </p:pic>
    </p:spTree>
    <p:extLst>
      <p:ext uri="{BB962C8B-B14F-4D97-AF65-F5344CB8AC3E}">
        <p14:creationId xmlns:p14="http://schemas.microsoft.com/office/powerpoint/2010/main" val="4042355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99D31-3721-EEA1-EA26-43C1D6E2362B}"/>
              </a:ext>
            </a:extLst>
          </p:cNvPr>
          <p:cNvSpPr>
            <a:spLocks noGrp="1"/>
          </p:cNvSpPr>
          <p:nvPr>
            <p:ph type="ctrTitle"/>
          </p:nvPr>
        </p:nvSpPr>
        <p:spPr>
          <a:xfrm>
            <a:off x="457814" y="350386"/>
            <a:ext cx="7276733" cy="960879"/>
          </a:xfrm>
        </p:spPr>
        <p:txBody>
          <a:bodyPr/>
          <a:lstStyle/>
          <a:p>
            <a:r>
              <a:rPr lang="en-US" dirty="0"/>
              <a:t>Procedure Usage </a:t>
            </a:r>
          </a:p>
        </p:txBody>
      </p:sp>
      <p:sp>
        <p:nvSpPr>
          <p:cNvPr id="3" name="Subtitle 2">
            <a:extLst>
              <a:ext uri="{FF2B5EF4-FFF2-40B4-BE49-F238E27FC236}">
                <a16:creationId xmlns:a16="http://schemas.microsoft.com/office/drawing/2014/main" id="{F255E0BF-8285-18EC-89D2-14322502DD4C}"/>
              </a:ext>
            </a:extLst>
          </p:cNvPr>
          <p:cNvSpPr>
            <a:spLocks noGrp="1"/>
          </p:cNvSpPr>
          <p:nvPr>
            <p:ph type="subTitle" idx="1"/>
          </p:nvPr>
        </p:nvSpPr>
        <p:spPr>
          <a:xfrm>
            <a:off x="7059562" y="1124452"/>
            <a:ext cx="5063612" cy="4902722"/>
          </a:xfrm>
        </p:spPr>
        <p:txBody>
          <a:bodyPr>
            <a:normAutofit/>
          </a:bodyPr>
          <a:lstStyle/>
          <a:p>
            <a:r>
              <a:rPr lang="en-US" sz="1600" dirty="0"/>
              <a:t>This Procedure- is used by admin and manager can access this too</a:t>
            </a:r>
          </a:p>
          <a:p>
            <a:r>
              <a:rPr lang="en-US" sz="1600" dirty="0"/>
              <a:t>This will help to increment the salary of the employees</a:t>
            </a:r>
          </a:p>
          <a:p>
            <a:endParaRPr lang="en-US" sz="1600" dirty="0"/>
          </a:p>
        </p:txBody>
      </p:sp>
      <p:pic>
        <p:nvPicPr>
          <p:cNvPr id="8" name="Picture 7" descr="Graphical user interface, text, application, email&#10;&#10;Description automatically generated">
            <a:extLst>
              <a:ext uri="{FF2B5EF4-FFF2-40B4-BE49-F238E27FC236}">
                <a16:creationId xmlns:a16="http://schemas.microsoft.com/office/drawing/2014/main" id="{70246EB0-5FDE-532F-642A-EDB82621D8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309" y="2179243"/>
            <a:ext cx="5695950" cy="3324225"/>
          </a:xfrm>
          <a:prstGeom prst="rect">
            <a:avLst/>
          </a:prstGeom>
        </p:spPr>
      </p:pic>
    </p:spTree>
    <p:extLst>
      <p:ext uri="{BB962C8B-B14F-4D97-AF65-F5344CB8AC3E}">
        <p14:creationId xmlns:p14="http://schemas.microsoft.com/office/powerpoint/2010/main" val="3255110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99D31-3721-EEA1-EA26-43C1D6E2362B}"/>
              </a:ext>
            </a:extLst>
          </p:cNvPr>
          <p:cNvSpPr>
            <a:spLocks noGrp="1"/>
          </p:cNvSpPr>
          <p:nvPr>
            <p:ph type="ctrTitle"/>
          </p:nvPr>
        </p:nvSpPr>
        <p:spPr>
          <a:xfrm>
            <a:off x="457814" y="350386"/>
            <a:ext cx="7276733" cy="960879"/>
          </a:xfrm>
        </p:spPr>
        <p:txBody>
          <a:bodyPr/>
          <a:lstStyle/>
          <a:p>
            <a:r>
              <a:rPr lang="en-US" dirty="0"/>
              <a:t>Procedure Usage 2 </a:t>
            </a:r>
          </a:p>
        </p:txBody>
      </p:sp>
      <p:sp>
        <p:nvSpPr>
          <p:cNvPr id="3" name="Subtitle 2">
            <a:extLst>
              <a:ext uri="{FF2B5EF4-FFF2-40B4-BE49-F238E27FC236}">
                <a16:creationId xmlns:a16="http://schemas.microsoft.com/office/drawing/2014/main" id="{F255E0BF-8285-18EC-89D2-14322502DD4C}"/>
              </a:ext>
            </a:extLst>
          </p:cNvPr>
          <p:cNvSpPr>
            <a:spLocks noGrp="1"/>
          </p:cNvSpPr>
          <p:nvPr>
            <p:ph type="subTitle" idx="1"/>
          </p:nvPr>
        </p:nvSpPr>
        <p:spPr>
          <a:xfrm>
            <a:off x="7059562" y="1124452"/>
            <a:ext cx="5063612" cy="4902722"/>
          </a:xfrm>
        </p:spPr>
        <p:txBody>
          <a:bodyPr>
            <a:normAutofit/>
          </a:bodyPr>
          <a:lstStyle/>
          <a:p>
            <a:r>
              <a:rPr lang="en-US" sz="1600" dirty="0"/>
              <a:t>This procedure- is used by admin and manager can access this too</a:t>
            </a:r>
          </a:p>
          <a:p>
            <a:r>
              <a:rPr lang="en-US" sz="1600" dirty="0"/>
              <a:t>This will help to find whether the customer is available in the system or not</a:t>
            </a:r>
          </a:p>
          <a:p>
            <a:endParaRPr lang="en-US" sz="1600" dirty="0"/>
          </a:p>
        </p:txBody>
      </p:sp>
      <p:pic>
        <p:nvPicPr>
          <p:cNvPr id="7" name="Picture 6" descr="Graphical user interface, text, application, email&#10;&#10;Description automatically generated">
            <a:extLst>
              <a:ext uri="{FF2B5EF4-FFF2-40B4-BE49-F238E27FC236}">
                <a16:creationId xmlns:a16="http://schemas.microsoft.com/office/drawing/2014/main" id="{787FE57C-C320-38ED-48B0-307EA96971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5358" y="1885125"/>
            <a:ext cx="5819775" cy="3381375"/>
          </a:xfrm>
          <a:prstGeom prst="rect">
            <a:avLst/>
          </a:prstGeom>
        </p:spPr>
      </p:pic>
    </p:spTree>
    <p:extLst>
      <p:ext uri="{BB962C8B-B14F-4D97-AF65-F5344CB8AC3E}">
        <p14:creationId xmlns:p14="http://schemas.microsoft.com/office/powerpoint/2010/main" val="4157078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99D31-3721-EEA1-EA26-43C1D6E2362B}"/>
              </a:ext>
            </a:extLst>
          </p:cNvPr>
          <p:cNvSpPr>
            <a:spLocks noGrp="1"/>
          </p:cNvSpPr>
          <p:nvPr>
            <p:ph type="ctrTitle"/>
          </p:nvPr>
        </p:nvSpPr>
        <p:spPr>
          <a:xfrm>
            <a:off x="550607" y="351086"/>
            <a:ext cx="7276733" cy="960879"/>
          </a:xfrm>
        </p:spPr>
        <p:txBody>
          <a:bodyPr/>
          <a:lstStyle/>
          <a:p>
            <a:r>
              <a:rPr lang="en-US" dirty="0"/>
              <a:t>Function Usage</a:t>
            </a:r>
          </a:p>
        </p:txBody>
      </p:sp>
      <p:sp>
        <p:nvSpPr>
          <p:cNvPr id="3" name="Subtitle 2">
            <a:extLst>
              <a:ext uri="{FF2B5EF4-FFF2-40B4-BE49-F238E27FC236}">
                <a16:creationId xmlns:a16="http://schemas.microsoft.com/office/drawing/2014/main" id="{F255E0BF-8285-18EC-89D2-14322502DD4C}"/>
              </a:ext>
            </a:extLst>
          </p:cNvPr>
          <p:cNvSpPr>
            <a:spLocks noGrp="1"/>
          </p:cNvSpPr>
          <p:nvPr>
            <p:ph type="subTitle" idx="1"/>
          </p:nvPr>
        </p:nvSpPr>
        <p:spPr>
          <a:xfrm>
            <a:off x="6577781" y="996633"/>
            <a:ext cx="5063612" cy="4902722"/>
          </a:xfrm>
        </p:spPr>
        <p:txBody>
          <a:bodyPr>
            <a:normAutofit/>
          </a:bodyPr>
          <a:lstStyle/>
          <a:p>
            <a:r>
              <a:rPr lang="en-US" sz="1600" dirty="0"/>
              <a:t>This function is used by admin and manager can access this too</a:t>
            </a:r>
          </a:p>
          <a:p>
            <a:r>
              <a:rPr lang="en-US" sz="1600" dirty="0"/>
              <a:t>This will help to find the Customer who got the maximum number of loyalty points.</a:t>
            </a:r>
          </a:p>
        </p:txBody>
      </p:sp>
      <p:pic>
        <p:nvPicPr>
          <p:cNvPr id="5" name="Picture 4" descr="Graphical user interface, text, application, email&#10;&#10;Description automatically generated">
            <a:extLst>
              <a:ext uri="{FF2B5EF4-FFF2-40B4-BE49-F238E27FC236}">
                <a16:creationId xmlns:a16="http://schemas.microsoft.com/office/drawing/2014/main" id="{D8A78B41-1B3C-BD1A-4D3A-CD4C6FE8A1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607" y="2076841"/>
            <a:ext cx="5979893" cy="4067175"/>
          </a:xfrm>
          <a:prstGeom prst="rect">
            <a:avLst/>
          </a:prstGeom>
        </p:spPr>
      </p:pic>
    </p:spTree>
    <p:extLst>
      <p:ext uri="{BB962C8B-B14F-4D97-AF65-F5344CB8AC3E}">
        <p14:creationId xmlns:p14="http://schemas.microsoft.com/office/powerpoint/2010/main" val="3960086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99D31-3721-EEA1-EA26-43C1D6E2362B}"/>
              </a:ext>
            </a:extLst>
          </p:cNvPr>
          <p:cNvSpPr>
            <a:spLocks noGrp="1"/>
          </p:cNvSpPr>
          <p:nvPr>
            <p:ph type="ctrTitle"/>
          </p:nvPr>
        </p:nvSpPr>
        <p:spPr>
          <a:xfrm>
            <a:off x="457814" y="350386"/>
            <a:ext cx="7276733" cy="960879"/>
          </a:xfrm>
        </p:spPr>
        <p:txBody>
          <a:bodyPr/>
          <a:lstStyle/>
          <a:p>
            <a:r>
              <a:rPr lang="en-US" dirty="0"/>
              <a:t>Function Usage 2</a:t>
            </a:r>
          </a:p>
        </p:txBody>
      </p:sp>
      <p:sp>
        <p:nvSpPr>
          <p:cNvPr id="3" name="Subtitle 2">
            <a:extLst>
              <a:ext uri="{FF2B5EF4-FFF2-40B4-BE49-F238E27FC236}">
                <a16:creationId xmlns:a16="http://schemas.microsoft.com/office/drawing/2014/main" id="{F255E0BF-8285-18EC-89D2-14322502DD4C}"/>
              </a:ext>
            </a:extLst>
          </p:cNvPr>
          <p:cNvSpPr>
            <a:spLocks noGrp="1"/>
          </p:cNvSpPr>
          <p:nvPr>
            <p:ph type="subTitle" idx="1"/>
          </p:nvPr>
        </p:nvSpPr>
        <p:spPr>
          <a:xfrm>
            <a:off x="7059562" y="1124452"/>
            <a:ext cx="5063612" cy="4902722"/>
          </a:xfrm>
        </p:spPr>
        <p:txBody>
          <a:bodyPr>
            <a:normAutofit/>
          </a:bodyPr>
          <a:lstStyle/>
          <a:p>
            <a:r>
              <a:rPr lang="en-US" sz="1600" dirty="0"/>
              <a:t>This function is used by admin and manager can access this too</a:t>
            </a:r>
          </a:p>
          <a:p>
            <a:r>
              <a:rPr lang="en-US" sz="1600" dirty="0"/>
              <a:t>This will help to find the Product which are over the price than 50.</a:t>
            </a:r>
          </a:p>
        </p:txBody>
      </p:sp>
      <p:pic>
        <p:nvPicPr>
          <p:cNvPr id="6" name="Picture 5" descr="Graphical user interface, text, application, email&#10;&#10;Description automatically generated">
            <a:extLst>
              <a:ext uri="{FF2B5EF4-FFF2-40B4-BE49-F238E27FC236}">
                <a16:creationId xmlns:a16="http://schemas.microsoft.com/office/drawing/2014/main" id="{43198C96-9FB1-9374-FA96-011703B9E1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814" y="1879134"/>
            <a:ext cx="6438900" cy="4095750"/>
          </a:xfrm>
          <a:prstGeom prst="rect">
            <a:avLst/>
          </a:prstGeom>
        </p:spPr>
      </p:pic>
    </p:spTree>
    <p:extLst>
      <p:ext uri="{BB962C8B-B14F-4D97-AF65-F5344CB8AC3E}">
        <p14:creationId xmlns:p14="http://schemas.microsoft.com/office/powerpoint/2010/main" val="4074037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99D31-3721-EEA1-EA26-43C1D6E2362B}"/>
              </a:ext>
            </a:extLst>
          </p:cNvPr>
          <p:cNvSpPr>
            <a:spLocks noGrp="1"/>
          </p:cNvSpPr>
          <p:nvPr>
            <p:ph type="ctrTitle"/>
          </p:nvPr>
        </p:nvSpPr>
        <p:spPr>
          <a:xfrm>
            <a:off x="767431" y="351086"/>
            <a:ext cx="7276733" cy="960879"/>
          </a:xfrm>
        </p:spPr>
        <p:txBody>
          <a:bodyPr/>
          <a:lstStyle/>
          <a:p>
            <a:r>
              <a:rPr lang="en-US" dirty="0"/>
              <a:t>Trigger Usage</a:t>
            </a:r>
          </a:p>
        </p:txBody>
      </p:sp>
      <p:sp>
        <p:nvSpPr>
          <p:cNvPr id="3" name="Subtitle 2">
            <a:extLst>
              <a:ext uri="{FF2B5EF4-FFF2-40B4-BE49-F238E27FC236}">
                <a16:creationId xmlns:a16="http://schemas.microsoft.com/office/drawing/2014/main" id="{F255E0BF-8285-18EC-89D2-14322502DD4C}"/>
              </a:ext>
            </a:extLst>
          </p:cNvPr>
          <p:cNvSpPr>
            <a:spLocks noGrp="1"/>
          </p:cNvSpPr>
          <p:nvPr>
            <p:ph type="subTitle" idx="1"/>
          </p:nvPr>
        </p:nvSpPr>
        <p:spPr>
          <a:xfrm>
            <a:off x="767431" y="1551690"/>
            <a:ext cx="7276733" cy="960879"/>
          </a:xfrm>
        </p:spPr>
        <p:txBody>
          <a:bodyPr>
            <a:normAutofit/>
          </a:bodyPr>
          <a:lstStyle/>
          <a:p>
            <a:r>
              <a:rPr lang="en-US" sz="1600" dirty="0"/>
              <a:t>This trigger is used to update loyalty points in customer table ,every time when a new row is inserted in orders table .</a:t>
            </a:r>
          </a:p>
        </p:txBody>
      </p:sp>
      <p:pic>
        <p:nvPicPr>
          <p:cNvPr id="6" name="Picture 5" descr="Graphical user interface, text, application, email&#10;&#10;Description automatically generated">
            <a:extLst>
              <a:ext uri="{FF2B5EF4-FFF2-40B4-BE49-F238E27FC236}">
                <a16:creationId xmlns:a16="http://schemas.microsoft.com/office/drawing/2014/main" id="{BCC881D1-122C-7456-92EE-9DDC2782B2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431" y="2949892"/>
            <a:ext cx="7086600" cy="3152775"/>
          </a:xfrm>
          <a:prstGeom prst="rect">
            <a:avLst/>
          </a:prstGeom>
        </p:spPr>
      </p:pic>
    </p:spTree>
    <p:extLst>
      <p:ext uri="{BB962C8B-B14F-4D97-AF65-F5344CB8AC3E}">
        <p14:creationId xmlns:p14="http://schemas.microsoft.com/office/powerpoint/2010/main" val="1294368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99D31-3721-EEA1-EA26-43C1D6E2362B}"/>
              </a:ext>
            </a:extLst>
          </p:cNvPr>
          <p:cNvSpPr>
            <a:spLocks noGrp="1"/>
          </p:cNvSpPr>
          <p:nvPr>
            <p:ph type="ctrTitle"/>
          </p:nvPr>
        </p:nvSpPr>
        <p:spPr>
          <a:xfrm>
            <a:off x="767431" y="351086"/>
            <a:ext cx="7276733" cy="960879"/>
          </a:xfrm>
        </p:spPr>
        <p:txBody>
          <a:bodyPr/>
          <a:lstStyle/>
          <a:p>
            <a:r>
              <a:rPr lang="en-US" dirty="0"/>
              <a:t>Trigger Usage 2</a:t>
            </a:r>
          </a:p>
        </p:txBody>
      </p:sp>
      <p:sp>
        <p:nvSpPr>
          <p:cNvPr id="3" name="Subtitle 2">
            <a:extLst>
              <a:ext uri="{FF2B5EF4-FFF2-40B4-BE49-F238E27FC236}">
                <a16:creationId xmlns:a16="http://schemas.microsoft.com/office/drawing/2014/main" id="{F255E0BF-8285-18EC-89D2-14322502DD4C}"/>
              </a:ext>
            </a:extLst>
          </p:cNvPr>
          <p:cNvSpPr>
            <a:spLocks noGrp="1"/>
          </p:cNvSpPr>
          <p:nvPr>
            <p:ph type="subTitle" idx="1"/>
          </p:nvPr>
        </p:nvSpPr>
        <p:spPr>
          <a:xfrm>
            <a:off x="767431" y="1551690"/>
            <a:ext cx="7276733" cy="960879"/>
          </a:xfrm>
        </p:spPr>
        <p:txBody>
          <a:bodyPr>
            <a:normAutofit/>
          </a:bodyPr>
          <a:lstStyle/>
          <a:p>
            <a:r>
              <a:rPr lang="en-US" sz="1600" dirty="0"/>
              <a:t>This trigger is used to easy the work of the admin .this will prevent entering negative quantity to the available Quantity column </a:t>
            </a:r>
          </a:p>
        </p:txBody>
      </p:sp>
      <p:pic>
        <p:nvPicPr>
          <p:cNvPr id="10" name="Picture 9" descr="Graphical user interface, text, application&#10;&#10;Description automatically generated">
            <a:extLst>
              <a:ext uri="{FF2B5EF4-FFF2-40B4-BE49-F238E27FC236}">
                <a16:creationId xmlns:a16="http://schemas.microsoft.com/office/drawing/2014/main" id="{79253A31-B140-6035-5D00-BD4ADAB382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851" y="2878394"/>
            <a:ext cx="4610100" cy="3209925"/>
          </a:xfrm>
          <a:prstGeom prst="rect">
            <a:avLst/>
          </a:prstGeom>
        </p:spPr>
      </p:pic>
    </p:spTree>
    <p:extLst>
      <p:ext uri="{BB962C8B-B14F-4D97-AF65-F5344CB8AC3E}">
        <p14:creationId xmlns:p14="http://schemas.microsoft.com/office/powerpoint/2010/main" val="3549869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805C-58F0-332B-09C8-F32EC6223CC5}"/>
              </a:ext>
            </a:extLst>
          </p:cNvPr>
          <p:cNvSpPr>
            <a:spLocks noGrp="1"/>
          </p:cNvSpPr>
          <p:nvPr>
            <p:ph type="ctrTitle"/>
          </p:nvPr>
        </p:nvSpPr>
        <p:spPr/>
        <p:txBody>
          <a:bodyPr/>
          <a:lstStyle/>
          <a:p>
            <a:r>
              <a:rPr lang="en-US" dirty="0"/>
              <a:t>End.</a:t>
            </a:r>
            <a:br>
              <a:rPr lang="en-US" dirty="0"/>
            </a:br>
            <a:endParaRPr lang="en-US" dirty="0"/>
          </a:p>
        </p:txBody>
      </p:sp>
      <p:sp>
        <p:nvSpPr>
          <p:cNvPr id="3" name="Subtitle 2">
            <a:extLst>
              <a:ext uri="{FF2B5EF4-FFF2-40B4-BE49-F238E27FC236}">
                <a16:creationId xmlns:a16="http://schemas.microsoft.com/office/drawing/2014/main" id="{42592A7C-61D1-A03F-A32C-A89DBB23F489}"/>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237786504"/>
      </p:ext>
    </p:extLst>
  </p:cSld>
  <p:clrMapOvr>
    <a:masterClrMapping/>
  </p:clrMapOvr>
</p:sld>
</file>

<file path=ppt/theme/theme1.xml><?xml version="1.0" encoding="utf-8"?>
<a:theme xmlns:a="http://schemas.openxmlformats.org/drawingml/2006/main" name="VaultVTI">
  <a:themeElements>
    <a:clrScheme name="archway">
      <a:dk1>
        <a:sysClr val="windowText" lastClr="000000"/>
      </a:dk1>
      <a:lt1>
        <a:sysClr val="window" lastClr="FFFFFF"/>
      </a:lt1>
      <a:dk2>
        <a:srgbClr val="262626"/>
      </a:dk2>
      <a:lt2>
        <a:srgbClr val="CCC9C2"/>
      </a:lt2>
      <a:accent1>
        <a:srgbClr val="A85E3E"/>
      </a:accent1>
      <a:accent2>
        <a:srgbClr val="C3743C"/>
      </a:accent2>
      <a:accent3>
        <a:srgbClr val="CF6749"/>
      </a:accent3>
      <a:accent4>
        <a:srgbClr val="7D8B71"/>
      </a:accent4>
      <a:accent5>
        <a:srgbClr val="A37A59"/>
      </a:accent5>
      <a:accent6>
        <a:srgbClr val="AB8244"/>
      </a:accent6>
      <a:hlink>
        <a:srgbClr val="B94F31"/>
      </a:hlink>
      <a:folHlink>
        <a:srgbClr val="667458"/>
      </a:folHlink>
    </a:clrScheme>
    <a:fontScheme name="Custom 5">
      <a:majorFont>
        <a:latin typeface="Georgia Pro Light"/>
        <a:ea typeface=""/>
        <a:cs typeface=""/>
      </a:majorFont>
      <a:minorFont>
        <a:latin typeface="Georgia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ultVTI" id="{144E1EB0-F9F9-4F8D-8264-A2820BA0C47A}" vid="{3A992A48-7697-4A22-A884-B4A11E62184D}"/>
    </a:ext>
  </a:extLst>
</a:theme>
</file>

<file path=docProps/app.xml><?xml version="1.0" encoding="utf-8"?>
<Properties xmlns="http://schemas.openxmlformats.org/officeDocument/2006/extended-properties" xmlns:vt="http://schemas.openxmlformats.org/officeDocument/2006/docPropsVTypes">
  <TotalTime>131</TotalTime>
  <Words>351</Words>
  <Application>Microsoft Office PowerPoint</Application>
  <PresentationFormat>Widescreen</PresentationFormat>
  <Paragraphs>48</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Georgia Pro Light</vt:lpstr>
      <vt:lpstr>Söhne</vt:lpstr>
      <vt:lpstr>VaultVTI</vt:lpstr>
      <vt:lpstr>Supermarkt Database</vt:lpstr>
      <vt:lpstr>Supermarkets have shelves where products are displayed and sold. Each shelf has a unique ID and belongs to a specific category. Products on the shelves are sourced from various suppliers, identified by unique IDs and company names. Supermarket employees, identified by unique IDs and job titles, keep the shelves stocked and organized, and assist customers. Customers, identified by unique IDs and contact information, can place orders in-store or online, and orders are fulfilled using the inventory. Sales are recorded, tracked and used to restock shelves and manage inventory.</vt:lpstr>
      <vt:lpstr>Why we need a DBMS?</vt:lpstr>
      <vt:lpstr>Mainly Focus On</vt:lpstr>
      <vt:lpstr>View Usage</vt:lpstr>
      <vt:lpstr>View Usage 2</vt:lpstr>
      <vt:lpstr>Procedure Usage </vt:lpstr>
      <vt:lpstr>Procedure Usage 2 </vt:lpstr>
      <vt:lpstr>Function Usage</vt:lpstr>
      <vt:lpstr>Function Usage 2</vt:lpstr>
      <vt:lpstr>Trigger Usage</vt:lpstr>
      <vt:lpstr>Trigger Usage 2</vt:lpstr>
      <vt:lpstr>End.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Supermarkt Database</dc:title>
  <dc:creator>(s) Goniyamalimage Aponsu</dc:creator>
  <cp:lastModifiedBy>(s) Goniyamalimage Aponsu</cp:lastModifiedBy>
  <cp:revision>2</cp:revision>
  <dcterms:created xsi:type="dcterms:W3CDTF">2023-01-22T18:38:58Z</dcterms:created>
  <dcterms:modified xsi:type="dcterms:W3CDTF">2023-01-22T20:50:35Z</dcterms:modified>
</cp:coreProperties>
</file>